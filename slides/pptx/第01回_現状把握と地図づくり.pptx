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今日は、教える回ではありません。まず拝見して、一緒に地図を描きます。
【ゴール】自社のどこにAIを当てるかを、ご自身の言葉で説明できる状態にします。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現状把握と地図づくり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どこにAIを当てるかを決める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業務棚卸しシート／AI化する業務 上位3つ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自社のどこにAIを当てるかを、ご自身の言葉で説明できる状態にします。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今日は、教える回ではありません。まず拝見して、一緒に地図を描きます。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AIが向く業務の3条件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くり返し発生する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月に何度も起きること。年1回の作業をAI化するのは趣味です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文章・画像・データが中心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人が読み書きしているもの。判断そのものではない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80点でも価値がある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完璧でなくてよい。100点が要るものは下書きまで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3つとも満たす業務が、最初の一手です。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優先順位の付け方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最初に選びがちなもの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契約・与信・人事の判断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一番痛いので、つい手を出したくなる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間違えたときに取り返しがつかない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本講座では自動化しません。下書き支援まで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最初に選ぶべきもの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頻度が高い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型が決まっている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間違えても取り返しがつく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ここから1つだけ選びます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いまの使い方を拝見する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普段どおりに操作していただきます。うまくやろうとしなくて大丈夫です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業務を棚卸しする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誰が・どのくらいの頻度で・1回何分。実際の一週間から書き出します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1つ、その場で解かせる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上位3つのうち1つを、今日のうちに動かして持ち帰ります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今日の持ち物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パソコン（ChatGPTにログインした状態）／社外向けの文書1つ／月次の数字が入った表1つ／時間を取られている業務3つ。きれいに整えていただく必要はありません。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明日の朝いちで、今日つくった指示をもう一度使う。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現状把握と地図づくり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現状把握と地図づくり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