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他社では</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ある会社では、初回に作ったのは「お断りメールの下書き」1本だけでした。ただ、それを翌朝に使ったことで、2回目以降の宿題が一度も止まりませんでした。</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2026-09-11T16:14:50Z</dcterms:created>
  <dcterms:modified xsi:type="dcterms:W3CDTF">2026-09-11T16:14:50Z</dcterms:modified>
</cp:coreProperties>
</file>