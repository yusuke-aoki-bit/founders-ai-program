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txBody>
          <a:bodyPr/>
          <a:p/>
        </p:txBody>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txBody>
          <a:bodyPr/>
          <a:p/>
        </p:txBody>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txBody>
          <a:bodyPr/>
          <a:p/>
        </p:txBody>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txBody>
          <a:bodyPr/>
          <a:p/>
        </p:txBody>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96012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0-10分</a:t>
            </a:r>
            <a:endParaRPr lang="en-US" sz="900" dirty="0"/>
          </a:p>
        </p:txBody>
      </p:sp>
      <p:sp>
        <p:nvSpPr>
          <p:cNvPr id="8" name="Text 6"/>
          <p:cNvSpPr txBox="1"/>
          <p:nvPr/>
        </p:nvSpPr>
        <p:spPr>
          <a:xfrm>
            <a:off x="96012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開始・枠組みの共有</a:t>
            </a:r>
            <a:endParaRPr lang="en-US" sz="1100" dirty="0"/>
          </a:p>
        </p:txBody>
      </p:sp>
      <p:sp>
        <p:nvSpPr>
          <p:cNvPr id="9" name="Text 7"/>
          <p:cNvSpPr txBox="1"/>
          <p:nvPr/>
        </p:nvSpPr>
        <p:spPr>
          <a:xfrm>
            <a:off x="242316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10-30分</a:t>
            </a:r>
            <a:endParaRPr lang="en-US" sz="900" dirty="0"/>
          </a:p>
        </p:txBody>
      </p:sp>
      <p:sp>
        <p:nvSpPr>
          <p:cNvPr id="10" name="Text 8"/>
          <p:cNvSpPr txBox="1"/>
          <p:nvPr/>
        </p:nvSpPr>
        <p:spPr>
          <a:xfrm>
            <a:off x="242316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いまの使い方を拝見</a:t>
            </a:r>
            <a:endParaRPr lang="en-US" sz="1100" dirty="0"/>
          </a:p>
        </p:txBody>
      </p:sp>
      <p:sp>
        <p:nvSpPr>
          <p:cNvPr id="11" name="Text 9"/>
          <p:cNvSpPr txBox="1"/>
          <p:nvPr/>
        </p:nvSpPr>
        <p:spPr>
          <a:xfrm>
            <a:off x="388620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30-45分</a:t>
            </a:r>
            <a:endParaRPr lang="en-US" sz="900" dirty="0"/>
          </a:p>
        </p:txBody>
      </p:sp>
      <p:sp>
        <p:nvSpPr>
          <p:cNvPr id="12" name="Text 10"/>
          <p:cNvSpPr txBox="1"/>
          <p:nvPr/>
        </p:nvSpPr>
        <p:spPr>
          <a:xfrm>
            <a:off x="388620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環境と体制の聞き取り</a:t>
            </a:r>
            <a:endParaRPr lang="en-US" sz="1100" dirty="0"/>
          </a:p>
        </p:txBody>
      </p:sp>
      <p:sp>
        <p:nvSpPr>
          <p:cNvPr id="13" name="Text 11"/>
          <p:cNvSpPr txBox="1"/>
          <p:nvPr/>
        </p:nvSpPr>
        <p:spPr>
          <a:xfrm>
            <a:off x="534924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45-75分</a:t>
            </a:r>
            <a:endParaRPr lang="en-US" sz="900" dirty="0"/>
          </a:p>
        </p:txBody>
      </p:sp>
      <p:sp>
        <p:nvSpPr>
          <p:cNvPr id="14" name="Text 12"/>
          <p:cNvSpPr txBox="1"/>
          <p:nvPr/>
        </p:nvSpPr>
        <p:spPr>
          <a:xfrm>
            <a:off x="534924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業務の棚卸し</a:t>
            </a:r>
            <a:endParaRPr lang="en-US" sz="1100" dirty="0"/>
          </a:p>
        </p:txBody>
      </p:sp>
      <p:sp>
        <p:nvSpPr>
          <p:cNvPr id="15" name="Text 13"/>
          <p:cNvSpPr txBox="1"/>
          <p:nvPr/>
        </p:nvSpPr>
        <p:spPr>
          <a:xfrm>
            <a:off x="681228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75-95分</a:t>
            </a:r>
            <a:endParaRPr lang="en-US" sz="900" dirty="0"/>
          </a:p>
        </p:txBody>
      </p:sp>
      <p:sp>
        <p:nvSpPr>
          <p:cNvPr id="16" name="Text 14"/>
          <p:cNvSpPr txBox="1"/>
          <p:nvPr/>
        </p:nvSpPr>
        <p:spPr>
          <a:xfrm>
            <a:off x="681228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手応えを1つ渡す</a:t>
            </a:r>
            <a:endParaRPr lang="en-US" sz="1100" dirty="0"/>
          </a:p>
        </p:txBody>
      </p:sp>
      <p:sp>
        <p:nvSpPr>
          <p:cNvPr id="17" name="Text 15"/>
          <p:cNvSpPr txBox="1"/>
          <p:nvPr/>
        </p:nvSpPr>
        <p:spPr>
          <a:xfrm>
            <a:off x="827532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95-110分</a:t>
            </a:r>
            <a:endParaRPr lang="en-US" sz="900" dirty="0"/>
          </a:p>
        </p:txBody>
      </p:sp>
      <p:sp>
        <p:nvSpPr>
          <p:cNvPr id="18" name="Text 16"/>
          <p:cNvSpPr txBox="1"/>
          <p:nvPr/>
        </p:nvSpPr>
        <p:spPr>
          <a:xfrm>
            <a:off x="827532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12回の設計合意</a:t>
            </a:r>
            <a:endParaRPr lang="en-US" sz="1100" dirty="0"/>
          </a:p>
        </p:txBody>
      </p:sp>
      <p:sp>
        <p:nvSpPr>
          <p:cNvPr id="19" name="Text 17"/>
          <p:cNvSpPr txBox="1"/>
          <p:nvPr/>
        </p:nvSpPr>
        <p:spPr>
          <a:xfrm>
            <a:off x="973836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110-120分</a:t>
            </a:r>
            <a:endParaRPr lang="en-US" sz="900" dirty="0"/>
          </a:p>
        </p:txBody>
      </p:sp>
      <p:sp>
        <p:nvSpPr>
          <p:cNvPr id="20" name="Text 18"/>
          <p:cNvSpPr txBox="1"/>
          <p:nvPr/>
        </p:nvSpPr>
        <p:spPr>
          <a:xfrm>
            <a:off x="973836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宿題・締め</a:t>
            </a:r>
            <a:endParaRPr lang="en-US" sz="1100" dirty="0"/>
          </a:p>
        </p:txBody>
      </p:sp>
      <p:sp>
        <p:nvSpPr>
          <p:cNvPr id="21" name="Text 19"/>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2" name="Text 20"/>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txBody>
          <a:bodyPr/>
          <a:p/>
        </p:txBody>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txBody>
          <a:bodyPr/>
          <a:p/>
        </p:txBody>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txBody>
          <a:bodyPr/>
          <a:p/>
        </p:txBody>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txBody>
          <a:bodyPr/>
          <a:p/>
        </p:txBody>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txBody>
          <a:bodyPr/>
          <a:p/>
        </p:txBody>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txBody>
          <a:bodyPr/>
          <a:p/>
        </p:txBody>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txBody>
          <a:bodyPr/>
          <a:p/>
        </p:txBody>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txBody>
          <a:bodyPr/>
          <a:p/>
        </p:txBody>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txBody>
          <a:bodyPr/>
          <a:p/>
        </p:txBody>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txBody>
          <a:bodyPr/>
          <a:p/>
        </p:txBody>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txBody>
          <a:bodyPr/>
          <a:p/>
        </p:txBody>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txBody>
          <a:bodyPr/>
          <a:p/>
        </p:txBody>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txBody>
          <a:bodyPr/>
          <a:p/>
        </p:txBody>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txBody>
          <a:bodyPr/>
          <a:p/>
        </p:txBody>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txBody>
          <a:bodyPr/>
          <a:p/>
        </p:txBody>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txBody>
          <a:bodyPr/>
          <a:p/>
        </p:txBody>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txBody>
          <a:bodyPr/>
          <a:p/>
        </p:txBody>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txBody>
          <a:bodyPr/>
          <a:p/>
        </p:txBody>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txBody>
          <a:bodyPr/>
          <a:p/>
        </p:txBody>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txBody>
          <a:bodyPr/>
          <a:p/>
        </p:txBody>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実演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今日、画面でお見せすること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70分。講師の画面でお見せします。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txBody>
          <a:bodyPr/>
          <a:p/>
        </p:txBody>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txBody>
          <a:bodyPr/>
          <a:p/>
        </p:txBody>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txBody>
          <a:bodyPr/>
          <a:p/>
        </p:txBody>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txBody>
          <a:bodyPr/>
          <a:p/>
        </p:txBody>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txBody>
          <a:bodyPr/>
          <a:p/>
        </p:txBody>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txBody>
          <a:bodyPr/>
          <a:p/>
        </p:txBody>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txBody>
          <a:bodyPr/>
          <a:p/>
        </p:txBody>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txBody>
          <a:bodyPr/>
          <a:p/>
        </p:txBody>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txBody>
          <a:bodyPr/>
          <a:p/>
        </p:txBody>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txBody>
          <a:bodyPr/>
          <a:p/>
        </p:txBody>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txBody>
          <a:bodyPr/>
          <a:p/>
        </p:txBody>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txBody>
          <a:bodyPr/>
          <a:p/>
        </p:txBody>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txBody>
          <a:bodyPr/>
          <a:p/>
        </p:txBody>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txBody>
          <a:bodyPr/>
          <a:p/>
        </p:txBody>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txBody>
          <a:bodyPr/>
          <a:p/>
        </p:txBody>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txBody>
          <a:bodyPr/>
          <a:p/>
        </p:txBody>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txBody>
          <a:bodyPr/>
          <a:p/>
        </p:txBody>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txBody>
          <a:bodyPr/>
          <a:p/>
        </p:txBody>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2026-09-12T03:05:51Z</dcterms:created>
  <dcterms:modified xsi:type="dcterms:W3CDTF">2026-09-12T03:05:51Z</dcterms:modified>
</cp:coreProperties>
</file>