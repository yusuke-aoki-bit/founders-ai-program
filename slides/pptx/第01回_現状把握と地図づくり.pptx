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表紙は5秒。名乗りと日程確認だけ済ませて、すぐ実演に入る。ここで講座の説明を始めない。初回は「測る回」であることを、この時点では言わなくてよい。構えられると素の使い方が見えなくなる。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数字は権威付けではなく、「あなただけが遅れているのではない」と伝えるために使う。ここで安心してもらえると、このあとの実演で素の使い方を見せてもらえる。3行を読み上げず、2行目だけ話して残りは目で追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30秒。今日の到達点だけ言う。「教える回ではなく、拝見する回です」と明言しておくと、このあと20分黙っていても不自然にならない。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条件を先に説明しない。受講者が挙げた業務を1つ取り上げ、目の前で3条件に当てはめて見せる。自分の業務が題材になると腹に落ちる。ここで「年1回の作業を自動化するのは趣味です」と言うと、たいてい笑いが出て空気がほぐ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列の表を画面に出し、1行目を講師が埋めて見せる。2行目からは受講者に埋めてもらう。「型が決まっているか」の列で必ず手が止まるので、そこで『毎回考えているか、それとも手順があるか』と言い換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受講者が「これをAI化したい」と挙げた業務が、この失敗パターンに当てはまることが多い。否定せず、「そこは第9回で扱います。今日はもっと手前から」と回収先を示す。痛いところを選びたがるのは正しい感覚なので、感覚そのものは肯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ここで選ぶ1つが、この先12回の主役になる。急がず、受講者に選ばせる。講師が決めると、その後ずっと他人事の演習になる。決まったら「これを12回かけて仕組みにします」と宣言する。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3つとも初回で高確率で起きる。特に実演を渋られたときは、助け舟を出したくなるが待つ。沈黙が気まずくても20分待つ。手を出した瞬間に測定は終わる。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ここから講師は口頭指示のみ。画面を操作するのは必ず受講者。棚卸しは6列すべて埋めようとせず、上位3つだけ完成させればよい。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「いつ使うか」は必ず日時まで落とす。『来週あたり』は使われない。その場でカレンダーに入れてもらう。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ここは資料を読まない。事例だけ話す。初回の手応えが2回目の出席を決める、という構造を講師が理解していれば、自然に時間配分が変わる。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宿題は口頭で確認して終わらせない。その場でスマホのカレンダーに入れてもらうところまでやる。次回の冒頭15分は、この宿題の実物から始まる。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現状把握と地図づくり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どこにAIを当てるかを決める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業務棚卸しシート／AI化する業務 上位3つ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「AIで何かできませんか」では、何も決まりません。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中小企業がAI導入で止まる理由の第1位は、活用事例の情報不足（83.3%）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使ってはいる。ただ、どの業務に当てるかを決めていないので成果が見えない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だから今日は、教える前に、御社の業務を分解して当てる場所を決めます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足りないのは知識ではありません。「うちの場合はここ」という具体です。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自社のどこにAIを当てるかを、ご自身の言葉で説明できる状態にします。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今日は教える回ではありません。まず20分、普段の使い方を拝見します。そのうえで業務を棚卸しし、最後に1つだけ、その場で動かして持ち帰っていただきます。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AIが向く業務の3条件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くり返し発生する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月に何度も起きること。年1回の作業を自動化するのは趣味です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文章・画像・データが中心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人が読み書きしているもの。判断そのものではありません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80点でも価値がある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完璧でなくてよい。100点が要るものは下書きまでに留めます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3つとも満たす業務が、最初の一手です。1つでも欠けると、たいてい途中で止まります。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棚卸し表は、この6列で埋めます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業務棚卸しシート（記入例：金属加工業・従業員18名）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見積書の作成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社長＋事務1名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頻度・時間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週5件 × 1件60分 ＝ 月20時間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型が決まっているか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半分。過去案件を探す部分は毎回同じ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間違えたときの痛み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中（提出前に社長が確認している）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3条件の判定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○○○ → 最初の一手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「型が決まっているか」と「間違えたときの痛み」の2列が、優先順位を決めます。時間の長さだけで選ぶと、たいてい難しすぎる業務を選んでしまいます。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やりがちな選び方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「一番時間がかかっている業務からAI化する」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・選ばれたのは、与信判断や採用面接の評価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・型が決まっておらず、毎回考えている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・間違えると取り返しがつかない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・結果、AIの答えを誰も信用しない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時間の長さは、AI化のしやすさとは関係ありません。長い業務ほど判断が多く含まれています。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痛いところから手をつけると、最初の一手で失敗します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実際の選び方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「頻度が高く、型があり、間違えても取り返しがつくものから」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・選ばれたのは、見積書の下書きと議事録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・毎週発生し、手順がほぼ同じ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・提出前に必ず人が見るので事故らない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・2週間で「楽になった」が実感できる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最初の一手は、成果の大きさではなく「確実に成功すること」で選びます。1つ成功すると、社内の空気が変わります。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最初の1つは、成功が見えているものを選ぶ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「大した使い方をしていないので」と実演を渋られる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下手な使い方を見たいのではなく、どこを飛ばせるかを見たい、と目的を言い換えます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実データが機密で出せない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その場で伏せ方をお伝えします。社名はA社、金額は桁だけ。この作業自体が今日の学びになります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候補が3つに絞れず、10個出てくる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絞るのは今日の仕事です。3条件で機械的に落とし、残ったものから頻度順に3つ取ります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いまの使い方を拝見する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20分。普段どおりに操作していただきます。うまくやろうとしなくて大丈夫です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業務を棚卸しする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実際の一週間を聞きながら、6列の表をその場で埋めます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1つ、その場で解かせる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上位3つのうち1つを今日のうちに動かし、指示文を保存して持ち帰ります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いつ使うか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「明日の朝いち、見積を書く前に」まで具体的に決めます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誰が使うか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当面は社長ご自身です。社員に渡すのは第3回から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何を確認するか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出てきた金額と数字は、提出前に必ず目視で確認します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今日は、成果より「手応え」を持ち帰る回です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して終わった初回は、2回目の欠席理由をつくります。だから必ず、その日のうちに1つ動くものを持ち帰っていただきます。小さくて構いません。明日の朝に一度使えるものであることのほうが大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ある会社では、初回に作ったのは「お断りメールの下書き」1本だけでした。ただ、それを翌朝に使ったことで、2回目以降の宿題が一度も止まりませんでした。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明日の朝いちで、今日つくった指示をもう一度使う。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作ったものは、翌日に一度使わないと2週間で忘れます。逆に一度でも実務で使えば、それは仕組みとして残ります。難しいことはお願いしません。もう一度使うだけです。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現状把握と地図づくり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