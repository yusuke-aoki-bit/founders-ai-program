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前回の宿題（不足資料1件）を確認。埋まっていれば、何が分かったかを聞く。ここから今日の多工程の話に入ると自然につながる。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「単発」と「多工程」の違いを、受講者の実業務で言い換える。見積、採用、月次処理あたりが例に使いやすい。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「決める比重が高い回」と先に断る。手を動かす時間が減ると満足度が下がりやすいので、工程図を一緒に描くことで手を動かし続ける。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「新人に3つの仕事をまとめて任せたときと同じ」という言い換えが、この回で最も効く。経営者は人に任せた経験があるので、一瞬で伝わる。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確認の位置（最上流）を指差して強調する。ここがこの回の核心。最後にだけ置く設計は、次のデモで否定する。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「整った出力ほど気づけない」は実感が湧きにくいので、実際に商品名を取り違えた稟議書を見せる。もっともらしいことを確認してもらう。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確認の回数ではなく位置、と言い切る。手間が増えないことが分かると、受講者は素直に受け入れる。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1つ目が起きたら、必ずわざと壊す。うまく動いた状態で終わらせない。壊し方を知っている人だけが直せる。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1つ目は最重要。3つの境界（金額・社外・不可逆）は、この講座を通しての判断基準になる。板書してでも残す。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確認ポイントの『回数ではなく位置』は、この回の要約。ここだけ持ち帰ってもらえれば成功。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工程図は画面共有で一緒に描く。講師が描いてしまわない。受講者の手が止まると、この回は退屈になる。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確認役を社長以外にできるかを検討する。ここで人に渡せると、第11回の体制設計が楽になる。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「発注できるようになることが目的」を明言する。作れない自分を責める必要はない、というメッセージが効く。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次回の10件は第8回のものを流用できる。負担が小さいことを伝えておく。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1回だけ、を強調する。運用に載せるのは確認ポイントが機能してから。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単発の指示では、まだ「作業を手伝わせている」段階です。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「文章を書いて」は単発。1回で終わる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「見積を出して、根拠を集めて、稟議の形にして、確認を求めて」は多工程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後者は途中で判断が挟まるので、渡し方を設計しないと必ず壊れます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今日からは、手順のある仕事をまとめて渡します。任せ方の設計が要ります。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今日は「作る」より「決める」比重が高くなります。手が止まらないよう、工程図を一緒に描きながら進めます。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工程2が、工程1の条件を忘れます。各工程の出力に前提を再掲させます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工程1の小さな誤りが、最後に致命傷になります。だから確認は最も上流に置きます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頼んでいないことまでやります。各工程に「やらないこと」を書きます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設計書は、この形で書きます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多工程タスク設計書（記入例：見積の作成）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類似案件を過去実績から3件探す／やらないこと：金額の算出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要。社長が案件の妥当性を見る（← ここが最上流）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材料費と工数から概算を出す／やらないこと：値引きの判断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不要（工程3で最終確認するため）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稟議の形式に整える／やらないこと：送信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要。金額が確定するため、社長が承認してから提出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確認を最後にだけ置くと、そこまでに誤りが増幅しています。上流に1つ置くほうが、結果的に手間が減ります。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工程1→2→3を通しで実行し、出てきたものを最後に確認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・工程1で商品名を取り違えている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・その前提で工程2が金額を計算する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・工程3が、それらしい稟議書に仕上げる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・最後に見ても、もっともらしいので気づけない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最後の出力は整っています。整っているからこそ、上流の誤りに気づけません。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整った出力ほど、上流の誤りが見えなくなります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確認を最上流に置いた場合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工程1の直後に人が1回見る。以降は通しで実行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・取り違えが、30秒で見つかる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・以降の工程はすべて正しい前提で動く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・確認は1回だけで済む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・事故が起きなくなる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確認の回数を増やすのではなく、置く場所を変えるだけです。手間は増えません。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確認は「回数」ではなく「位置」で効きます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一発でうまく動いてしまった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わざと壊します。入力を1つ欠けさせる、条件を矛盾させる。壊れ方を見ていない設計は、本番で壊れます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工程を分けず、1つの長い指示にしたがる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やらせてみて、直しにくさを体験していただきます。説得より体験のほうが早く伝わります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「作る」時間が少なく満足度が下がる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工程図を画面共有で一緒に描き、常に手が動いている状態を保ちます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「どこまで任せていいのか、基準はありますか」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失敗したときの損害で決めます。取り返しがつくものは任せ、つかないものは任せません。金額・社外・不可逆の3つが境界です。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「エージェント機能を使えばいいのでは」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使って構いません。ただし任せる範囲と確認ポイントの設計は同じです。機能が変わっても、設計は変わりません。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「設計書は誰のために書くのですか」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担当者が替わったときのためです。頭の中にしかない設計は、引き継げません。第11回の体制設計でも使います。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複数の手順がつながった仕事。途中で判断が挟まるので設計が要ります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人が止める場所。最も上流に置きます。回数ではなく位置で効きます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複数の工程を続けて実行させる使い方。設計の考え方は同じです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実際に流す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設計どおりに動かしてみます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入力を1つ欠けさせて、どこで止まるか・どこで気づけるかを確かめます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確認役は誰か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最上流の確認を、誰がやるか。社長でなくても構いません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いつ本番で流すか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来週の実案件で1回。テストのままにしません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壊れたらどうするか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手動に戻す手順を、確認役の方に共有します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実装は、外に頼んでも構いません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工程を分け、確認ポイントを置ける。それができれば、実装を外注する判断も正解のひとつです。むしろ、何をどう頼めばよいかが分かっている発注者は、外注先から見ても仕事がしやすい相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多工程では、上流の取り違え（品番・商品名）が最後まで残る。工程1の直後に確認を1つ置くだけで、事故はほぼ止まる。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次回は「品質を測る・壊れたら気づく」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次回は、上級編でいちばん差がつく回です。「なんとなく良くなった」を終わらせます。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・社内で実際に出た質問・依頼 10件（第8回で集めたものでも構いません）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設計は、本番で1回流すまで机上の空論です。確認ポイントが実際に機能したかどうかを、次回お聞かせください。機能しなかった場合は、置く位置を変えます。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