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0148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4468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44468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44468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通しで流す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4468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工程ごとに会話を分け、前の出力を次の冒頭に貼って順に流します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7376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55964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30284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30284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30284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確認ポイントを入れる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30284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いちばん上流に、人が見る場所を1つ置き直します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