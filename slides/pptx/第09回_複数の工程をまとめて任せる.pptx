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単発の指示から、手順のある仕事へ。ここが分かれ目です。
【ゴール】3工程以上ある仕事をAIに渡す設計ができるようにします。どこで人が止めるかを決めます。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9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複数の工程をまとめて任せる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人に仕事を任せるのと、同じ設計です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工程図と「人が確認する場所」を書いた設計書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3工程以上ある仕事をAIに渡す設計ができるようにします。どこで人が止めるかを決めます。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単発の指示から、手順のある仕事へ。ここが分かれ目です。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多工程は、3通りの壊れ方をします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174748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1747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前提の引き継ぎ漏れ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工程2が、工程1の条件を忘れます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096768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3488436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488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188208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誤りの増幅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3188208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工程1の小さな誤りが、最後に致命傷になります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410456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4802124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48021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501896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勝手な範囲拡大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4501896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頼んでいないことまでやります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新人に3つの仕事をまとめて任せたときに起きることと、まったく同じです。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人の確認は、どこに置くか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よくある置き方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最後に、出てきたものを確認する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そこまでに誤りが増幅している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結局、全部やり直しになる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最も上流に置く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金額が確定する前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社外に出る前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取り消せない操作の前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各工程に「やらないこと」も明記します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工程図を描く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AIに任せる／人が確認する／人がやる、に仕分けます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実際に流す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動かしてみます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わざと壊す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入力を1つ欠けさせます。壊れ方を見ていない設計は、本番で壊れます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実装は外に頼んでも構いません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設計ができることが目的です。自分で組むか、外に頼むかの判断ができるようになれば、それで十分です。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設計した多工程の仕事を、1回だけ本番で流す。確認ポイントで必ず人が見る。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複数の工程をまとめて任せる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