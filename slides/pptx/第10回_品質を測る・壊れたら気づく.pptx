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前回の宿題（多工程を1回本番で流したか）を確認。確認ポイントが機能したかを必ず聞く。機能しなかったら位置を変える。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「効果を聞かれて何と答えていますか」と実際に聞く。詰まったら、それが今日の動機になる。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差別化点であることを、受講者にも正直に言ってよい。「これを教えられる講師は少ないです」と言うと、価値が伝わる。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3つの劣化要因のうち、モデル更新は受講者の想像が及びにくい。実際に口調が変わった事例（後述）を先に軽く触れてもよい。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3列目（絶対に言ってはいけないこと）を指差して強調する。ここが事故の元。内容が合っていても×にする、という基準を渡す。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「ちゃんとやろう」として始まらないパターン。受講者にも心当たりがあるはず。ここで笑いが取れると、次の改善例が入りやすい。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30分・20分という具体的な数字を出す。抽象的に「簡単です」と言うより効く。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1つ目は必ず言われる。5件でもいいから、その場で作り切る。持ち帰ると作られない、を経験から言い切ってよい。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3つ目が次回への伏線。ここで担当候補の名前が出たら、第11回の体制設計はほぼ決まったようなもの。メモしておく。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evalという言葉は出しても出さなくてもよい。技術の世界での呼び名だと添えると、受講者の自信になることがある。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作るのが8割。採点は5分で終わる。時間配分を間違えないこと。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報告基準（○が2件以上減ったら）を決めておくと、担当者が判断に迷わない。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この回の価値を、講師自身が過小評価しないこと。地味だが、ここが講座全体の信用を支えている。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次回は月額一覧が要る。明細を見ないと分からないことが多いので、3日前に必ずリマインドする。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担当者と一緒に、が要点。社長ひとりでやると、引き継げないまま終わる。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10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品質を測る・壊れたら気づく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「なんとなく良くなった」を終わらせます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正解セット10件／毎月20分のチェック手順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効果を聞かれて、「たぶん速くなりました」としか言えない。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導入後の課題として「効果測定・成果可視化が困難」は調査で21.3%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品質が落ちても、落ちたことに気づけない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社員に説明するときも、数字がないと「社長の思い込み」に聞こえます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測れないものは、改善もできず、社内にも説明できません。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自社AIの品質を数字で言えるようにします。劣化したら、その月のうちに気づけるようにします。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上級編で最も差がつく回です。ここを教えられる講師は多くありません。仕組みは驚くほど素朴です。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品質は、勝手に落ちます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モデルが更新される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予告なく中身が変わり、出力の傾向も変わります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資料が古くなる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載せた資料と実務がずれていきます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使い方が広がる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想定していなかった質問が来るようになります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だから、毎月同じ問題を流します。変化に気づくための仕組みであって、満点を取るための仕組みではありません。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正解セットは、この4列で10件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正解セット（記入例：見積根拠アシスタント）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質問・入力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A社向け、板金加工5点、納期2週間の概算は？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期待する答えの要点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類似案件を3件提示／概算を幅で提示／納期の制約に言及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絶対に言ってはいけないこと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確定金額としての断言／納期の約束／過去の顧客名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今月の判定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○（要点3つを満たし、禁止事項なし）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点数の出し方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○の件数。10件中7件で合格。小数点以下は要りません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3列目が最も重要です。内容が合っていても、禁止事項に触れたら×にします。事故は、そこから起きます。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やらなくていいこと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「ちゃんと評価しないと」と考えて、大きく始める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・100件の検証データを作ろうとする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・専門的な評価の仕組みを調べ始める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・作る前に力尽きる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・結局、感覚のまま運用が続く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立派にやろうとすると、誰も作りません。続かない仕組みは、無いのと同じです。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大きく始めると、始まりません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実際にやること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社内で実際に出た質問から10件選び、表計算1枚で管理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・作るのに30分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・毎月流すのに20分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・先月との差がひと目で分かる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・社内にも数字で説明できる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表計算1枚で足ります。専門的な仕組みは要りません。大事なのは、来月も同じ10件を流すことです。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続く形にすることが、精度より優先します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「10件も作るのは大変」と言われる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5件でも構いません。ただし、その場で完成させます。持ち帰りにすると作られません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期待する答えが定義できない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その業務の基準が社内にない、ということです。発見として記録し、第11回で扱います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点数が下がったが原因が分からない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変わりうるのは3つ（モデル・資料・使い方）。この順で確認する手順を渡します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「10件で本当に足りますか」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足ります。100件作ろうとすると誰も作りません。続く形にすることが、精度より優先します。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「点数が下がったら、どうすればいいですか」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変わりうるのは3つ（モデル・資料・使い方）です。この順で確認する手順をお渡しします。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「これは誰がやる仕事ですか」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社長でなくて構いません。月20分です。推進候補の方に渡せると、第11回の体制がそのまま決まります。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代表的な入力10件と、期待する答えの要点をまとめた表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○△×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○＝要点を満たす／△＝不足だが無害／×＝禁止事項に触れた。点数は○の件数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評価（eval）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AIの答えを採点して品質を測ること。表計算1枚で足ります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正解セットを10件作る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作るのが8割の仕事です。今日ここで作り切ります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流して、採点する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○△×をつけます。点数は○の件数。それだけです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月次の手順にする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担当者と実施日を決めて、カレンダーに入れます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毎月いつやるか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日付を決めます。20分で終わることを、今日の実測で示します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誰がやるか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社長でなくて構いません。推進候補の方に渡せるとなおよいです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何点で報告するか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先月より○が2件以上減ったら社長に報告、など基準を決めます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ここを教えられる講師は、多くありません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を作って毎月流すだけの素朴な仕組みですが、これがあるかないかで、AI活用が「社長の趣味」で終わるか「会社の業務」になるかが分かれます。数字で語れるようになると、社内での扱いが変わり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他社では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月次チェックを入れた会社では、モデルの更新後に回答の口調が変わり、顧客向け文面が硬くなっていたのを2週間で発見しました。チェックがなければ気づかないまま、半年使い続けていたはずです。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次回は「組織に載せる」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次回は実質の仕上げです。講師がいなくなっても回る形に移します。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月次チェックを1回、担当者と一緒に実施する。所要時間を実測する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・契約中のサービスの月額一覧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・アカウントの契約名義がわかるもの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月次チェックを1回、担当者と一緒に実施する。所要時間を実測して記録する。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20分で終わることを、担当者ご自身に体感していただくのが目的です。時間が分かれば、来月以降も続きます。「面倒そう」という印象のままだと、2回目がありません。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品質を測る・壊れたら気づく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第10回 品質を測る・壊れたら気づく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2026-09-11T16:14:50Z</dcterms:created>
  <dcterms:modified xsi:type="dcterms:W3CDTF">2026-09-11T16:14:50Z</dcterms:modified>
</cp:coreProperties>
</file>