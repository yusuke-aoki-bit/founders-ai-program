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品質を測れないと、改善もできず、社内に説明もできません。
【ゴール】自社AIの品質を、数字で言えるようにします。劣化したら、その月のうちに気づけるようにします。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ここは30秒で。今日の到達点だけ言って、すぐ本題へ。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先に結論を言わず、受講者の実物を題材にしてこの型に当てはめて見せる。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必ず左（失敗例）から。自分の失敗として話す。うまくいく例だけ見せると、受講者は自分の失敗を言わなくなる。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ここから講師は口頭指示のみ。画面を操作するのは必ず受講者。歯がゆくても手を出さない。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ここは資料を読み上げない。自分の言葉と、匿名事例で話す。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その場でカレンダーに入れてもらう。口頭の約束で終わらせない。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10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品質を測る・壊れたら気づく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「なんとなく良くなった」を終わらせます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正解セット10件／毎月20分のチェック手順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80160"/>
            <a:ext cx="9758477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8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自社AIの品質を、数字で言えるようにします。劣化したら、その月のうちに気づけるようにします。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342900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657600"/>
            <a:ext cx="9015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品質を測れないと、改善もできず、社内に説明もできません。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484632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品質は、勝手に落ちます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2174748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1747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874520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モデルが更新される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146243" y="1874520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予告なく中身が変わり、出力の傾向も変わります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096768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272" y="3488436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34884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3188208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資料が古くなる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46243" y="3188208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載せた資料と実務がずれていきます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410456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33272" y="4802124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33272" y="48021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501896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使い方が広がる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146243" y="4501896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想定していなかった質問が来るようになります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だから、定期的に同じ問題を流します。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測り方は、驚くほど素朴です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4983480" cy="356616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4983480" cy="566928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やらなくていいこと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100件の検証データを作る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専門的な評価の仕組みを入れる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誰も作らないし、続きません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0" y="1828800"/>
            <a:ext cx="4983480" cy="356616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1828800"/>
            <a:ext cx="4983480" cy="566928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2940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2084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社内で実際に出た質問から10件選ぶ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「こう出てほしい」を人手で書く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毎月同じ10件を流して○△×をつける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430682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表計算1枚で足ります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15584" y="3337560"/>
            <a:ext cx="512064" cy="512064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15584" y="33375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276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正解セットを10件作る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作るのが8割の仕事です。今日ここで作り切ります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流して、採点する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点数＝○の件数。小数点以下は要りません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0100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月次の手順にする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担当者と実施日を決めて、カレンダーに入れます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229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9546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「絶対に言ってはいけないこと」の欄が要です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331720"/>
            <a:ext cx="64008" cy="201168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331720"/>
            <a:ext cx="9966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誤った金額、断定、していない約束。ここに触れた回答は、内容が合っていても×にします。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71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743200"/>
            <a:ext cx="10607040" cy="146304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88036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月次チェックを1回、担当者と一緒に実施する。所要時間を実測して記録する。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5720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15分で終わる大きさにしてあります。できなかった回があっても構いません。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2回続いたら、宿題の出し方を見直します。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第10回 品質を測る・壊れたら気づく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2026-09-11T15:39:17Z</dcterms:created>
  <dcterms:modified xsi:type="dcterms:W3CDTF">2026-09-11T15:39:17Z</dcterms:modified>
</cp:coreProperties>
</file>