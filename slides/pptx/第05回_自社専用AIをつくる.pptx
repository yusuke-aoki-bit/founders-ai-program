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ここまでの成果物を、1つのツールに束ねます。
【ゴール】自社資料を読む専用AIを1つ動かし、社員の方が触れる状態にします。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自社資料を読む専用AIを1つ動かし、社員の方が触れる状態にします。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ここまでの成果物を、1つのツールに束ねます。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選ぶのはご自身です。こちらでは決めません。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実務で使えるかを決める3行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これが無いと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資料に書いていないことを、それらしく答える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間違いに気づけない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一度事故ると、社内で二度と使われない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指示文に必ず入れる3行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資料に書かれている内容だけから答える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記載がなければ「記載がありません」と答える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根拠になった資料名を末尾に書く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専用AIを1つ作る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載せる資料は3本で十分です。足りないものは第8回で回収します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5項目以上に増やしません。増やすと読まれません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利用ルールは5項目まで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使ってよいAI／入れてはいけない情報／出力の確認責任と外に出してよい業務／迷ったときの相談先／3か月ごとの見直し。これ以上は増やさないでください。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