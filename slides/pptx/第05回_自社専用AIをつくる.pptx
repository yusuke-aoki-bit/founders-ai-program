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前回の宿題（月次レポートを1回回したか）を確認。足りなかった前提を書き足せているかまで見る。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成果物がバラバラに置かれている状態を、受講者自身に気づいてもらう。「いま指示文はどこにありますか」と聞くのが早い。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「動かないまま持ち帰らせません」を最初に宣言する。今日の時間配分の根拠になる。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3択は必ず受講者に選ばせる。講師が「これがいいですよ」と言った瞬間、その道具は他人のものになる。迷ったら第1回の棚卸し上位に戻す。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6行の仕様書は、その場で埋めながら作る。特に「守ること」の行を、次のデモで実証する。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資料を載せただけの状態を実際に見せる。それらしい嘘が出た瞬間が、この回で最も価値のある3秒。出なければ何度か聞き方を変える。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3行はコピーさせず、必ず手で打たせる。打った内容は忘れない。ここが第8回のナレッジ検索、第10回の評価につながる伏線。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資料が整っていないのは当たり前。完璧を待つと永遠に始まらない。3本で動かす、を通す。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1つ目は誤解が多い。『多いほど良い』という直感を、ここで折っておかないと第8回で全社資料を入れたがる。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仕様書6行を『引き継ぎ書』と言い換えると、経営者には価値が伝わりやすい。事業承継の文脈に接続できる。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3つ目（ルール）は時間が押しても必ずやる。テンプレを埋めるだけなので10分で済む。ルールがないまま社員に渡すと、第6回で必ず質問が出る。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置き場所は実際に開いて確認する。URLを共有フォルダに貼るところまでやると、翌週から使われる確率が上がる。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時間が押したら、演習を削ってでもここを守る。持ち帰って試します、は試されない。この一点だけは譲らない。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次回は特別な回。1週間前の壁打ち（別枠30分）の日程を、この場で決める。ここを飛ばすと当日が崩れる。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1名に触ってもらう、が次回の成否を分ける。誰に頼むかをその場で決め、頼み方の一言まで一緒に考える。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320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960120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B9B0A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経営者のための AI実装講座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371600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 5 回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2286000"/>
            <a:ext cx="10607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自社専用AIをつくる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352044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FC6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社長の技を、会社の資産に変えます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777240" y="4343400"/>
            <a:ext cx="10607040" cy="960120"/>
          </a:xfrm>
          <a:prstGeom prst="rect">
            <a:avLst/>
          </a:prstGeom>
          <a:solidFill>
            <a:srgbClr val="2E2A26"/>
          </a:solidFill>
          <a:ln w="12700">
            <a:solidFill>
              <a:srgbClr val="B04A2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97280" y="4480560"/>
            <a:ext cx="9966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この回で手元に残るもの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1097280" y="4754880"/>
            <a:ext cx="9966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自社資料を読んで答えるAI 1つ／AI利用ルール（A4一枚）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今日の出発点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ここまでの成果物は、まだバラバラに置かれています。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783080"/>
            <a:ext cx="1060704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51560" y="1783080"/>
            <a:ext cx="365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―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508760" y="1783080"/>
            <a:ext cx="9601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指示文が15本、テンプレートが3種、分析の型が1つ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77240" y="2624328"/>
            <a:ext cx="1060704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051560" y="2624328"/>
            <a:ext cx="365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―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508760" y="2624328"/>
            <a:ext cx="9601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どれも、どこに何があるかを知っている人しか使えない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777240" y="3465576"/>
            <a:ext cx="1060704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051560" y="3465576"/>
            <a:ext cx="365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―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508760" y="3465576"/>
            <a:ext cx="9601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社内の資産にするには、入口を1つにする必要があります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777240" y="4526280"/>
            <a:ext cx="10607040" cy="914400"/>
          </a:xfrm>
          <a:prstGeom prst="rect">
            <a:avLst/>
          </a:prstGeom>
          <a:solidFill>
            <a:srgbClr val="B04A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143000" y="4526280"/>
            <a:ext cx="9875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今日、それを1つのツールに束ねます。社員が触れる形にします。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第5回　自社専用AIをつくる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出発点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今日のゴール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143000"/>
            <a:ext cx="9864547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自社資料を読む専用AIを1つ動かし、社員の方が触れる状態にします。あわせて最低限のルールを決めます。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3063240"/>
            <a:ext cx="10607040" cy="18288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3291840"/>
            <a:ext cx="933419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4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動かないまま持ち帰らせません。実データで動くところまで、今日やりきります。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777240" y="4754880"/>
            <a:ext cx="10607040" cy="822960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60120" y="4873752"/>
            <a:ext cx="1956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0-15分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960120" y="5111496"/>
            <a:ext cx="19568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前回の宿題を実物で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3008376" y="4873752"/>
            <a:ext cx="1956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15-35分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3008376" y="5111496"/>
            <a:ext cx="19568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テーマとデモ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5056632" y="4873752"/>
            <a:ext cx="1956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35-90分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5056632" y="5111496"/>
            <a:ext cx="19568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一緒に手を動かす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7104888" y="4873752"/>
            <a:ext cx="1956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90-105分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7104888" y="5111496"/>
            <a:ext cx="19568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業務への組み込み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9153144" y="4873752"/>
            <a:ext cx="1956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105-120分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9153144" y="5111496"/>
            <a:ext cx="19568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宿題・記録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第5回　自社専用AIをつくる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ゴール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考え方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何を作るか — 棚卸しの上位から選びます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700784"/>
            <a:ext cx="1060704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14984" y="2112264"/>
            <a:ext cx="365760" cy="365760"/>
          </a:xfrm>
          <a:prstGeom prst="ellipse">
            <a:avLst/>
          </a:prstGeom>
          <a:solidFill>
            <a:srgbClr val="B04A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14984" y="21122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600200" y="1773936"/>
            <a:ext cx="3182112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見積・提案の下書き役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4888382" y="1773936"/>
            <a:ext cx="6267298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過去の見積書と価格表を載せます。営業が最も欲しがります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777240" y="3017520"/>
            <a:ext cx="1060704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14984" y="3429000"/>
            <a:ext cx="365760" cy="365760"/>
          </a:xfrm>
          <a:prstGeom prst="ellipse">
            <a:avLst/>
          </a:prstGeom>
          <a:solidFill>
            <a:srgbClr val="B04A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014984" y="34290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600200" y="3090672"/>
            <a:ext cx="3182112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社内問い合わせ対応役</a:t>
            </a:r>
            <a:endParaRPr lang="en-US" sz="1450" dirty="0"/>
          </a:p>
        </p:txBody>
      </p:sp>
      <p:sp>
        <p:nvSpPr>
          <p:cNvPr id="13" name="Text 11"/>
          <p:cNvSpPr txBox="1"/>
          <p:nvPr/>
        </p:nvSpPr>
        <p:spPr>
          <a:xfrm>
            <a:off x="4888382" y="3090672"/>
            <a:ext cx="6267298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就業規則・社内マニュアルを載せます。資料が揃っていて成功しやすい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777240" y="4334256"/>
            <a:ext cx="1060704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014984" y="4745736"/>
            <a:ext cx="365760" cy="365760"/>
          </a:xfrm>
          <a:prstGeom prst="ellipse">
            <a:avLst/>
          </a:prstGeom>
          <a:solidFill>
            <a:srgbClr val="B04A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014984" y="474573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600200" y="4407408"/>
            <a:ext cx="3182112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顧客対応の一次回答役</a:t>
            </a:r>
            <a:endParaRPr lang="en-US" sz="1450" dirty="0"/>
          </a:p>
        </p:txBody>
      </p:sp>
      <p:sp>
        <p:nvSpPr>
          <p:cNvPr id="18" name="Text 16"/>
          <p:cNvSpPr txBox="1"/>
          <p:nvPr/>
        </p:nvSpPr>
        <p:spPr>
          <a:xfrm>
            <a:off x="4888382" y="4407408"/>
            <a:ext cx="6267298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FAQ・過去のやり取りを載せます。件数が多いほど効きます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777240" y="5669280"/>
            <a:ext cx="10607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選ぶのはご自身です。講師は決めません。ここで他人に決められると、以後ずっと他人事の道具になります。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第5回　自社専用AIをつくる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考え方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あてはめ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仕様書は、この6行で足ります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691640"/>
            <a:ext cx="10607040" cy="3931920"/>
          </a:xfrm>
          <a:prstGeom prst="rect">
            <a:avLst/>
          </a:prstGeom>
          <a:solidFill>
            <a:srgbClr val="FFFFFF"/>
          </a:solidFill>
          <a:ln w="15875">
            <a:solidFill>
              <a:srgbClr val="2F4F6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691640"/>
            <a:ext cx="10607040" cy="457200"/>
          </a:xfrm>
          <a:prstGeom prst="rect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51560" y="1709928"/>
            <a:ext cx="10058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見積根拠アシスタント（記入例：金属加工業・従業員18名）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097280" y="2331720"/>
            <a:ext cx="2057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名称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3291840" y="2331720"/>
            <a:ext cx="7772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見積根拠アシスタント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1097280" y="2862072"/>
            <a:ext cx="2057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役割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3291840" y="2862072"/>
            <a:ext cx="7772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過去の見積実績から、概算金額と根拠になった類似案件を提示する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1097280" y="3392424"/>
            <a:ext cx="2057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参照する資料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3291840" y="3392424"/>
            <a:ext cx="7772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過去3年の見積書142件（顧客名は記号化）／材料単価表／標準工数表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3922776"/>
            <a:ext cx="2057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守ること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3291840" y="3922776"/>
            <a:ext cx="7772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記載がなければ推測しない／金額は社長が確認してから提出／単価は最新版で検算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1097280" y="4453128"/>
            <a:ext cx="2057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出力形式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3291840" y="4453128"/>
            <a:ext cx="7772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①概算金額（幅で）②内訳 ③根拠になった過去案件3件と相違点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1097280" y="4983480"/>
            <a:ext cx="2057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使う人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3291840" y="4983480"/>
            <a:ext cx="7772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社長・営業2名（第6回時点で事務1名にも展開）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777240" y="5769864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この6行が、そのまま仕様書になります。担当者が替わっても、これがあれば作り直せます。</a:t>
            </a:r>
            <a:endParaRPr lang="en-US" sz="1250" dirty="0"/>
          </a:p>
        </p:txBody>
      </p:sp>
      <p:sp>
        <p:nvSpPr>
          <p:cNvPr id="20" name="Text 18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第5回　自社専用AIをつくる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あてはめ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実演 ①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資料を載せただけの状態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691640"/>
            <a:ext cx="4879238" cy="1371600"/>
          </a:xfrm>
          <a:prstGeom prst="rect">
            <a:avLst/>
          </a:prstGeom>
          <a:solidFill>
            <a:srgbClr val="EDE7DB"/>
          </a:solidFill>
          <a:ln w="15875">
            <a:solidFill>
              <a:srgbClr val="8A817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05840" y="17830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入力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2084832"/>
            <a:ext cx="44220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資料を10本載せて「この資料から答えて」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080760" y="1691640"/>
            <a:ext cx="5303520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309360" y="1783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出てくるもの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6309360" y="2148840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・資料にないことも、それらしく答える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6309360" y="2752344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・どの資料を根拠にしたか分からない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6309360" y="3355848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・間違いに気づけない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6309360" y="3959352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・一度事故ると、社内で二度と使われない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777240" y="3291840"/>
            <a:ext cx="4879238" cy="1417320"/>
          </a:xfrm>
          <a:prstGeom prst="rect">
            <a:avLst/>
          </a:prstGeom>
          <a:solidFill>
            <a:srgbClr val="E4DFD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05840" y="3383280"/>
            <a:ext cx="442203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資料を載せれば正しく答える、というものではありません。答えない設定を、明示的に入れる必要があります。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777240" y="4983480"/>
            <a:ext cx="10607040" cy="685800"/>
          </a:xfrm>
          <a:prstGeom prst="rect">
            <a:avLst/>
          </a:prstGeom>
          <a:solidFill>
            <a:srgbClr val="8A817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097280" y="4983480"/>
            <a:ext cx="9966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「載せた」と「答えない設定にした」は別物です</a:t>
            </a:r>
            <a:endParaRPr lang="en-US" sz="145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第5回　自社専用AIをつくる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実演 ①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実演 ②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3行を足すだけで変わります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691640"/>
            <a:ext cx="4879238" cy="1371600"/>
          </a:xfrm>
          <a:prstGeom prst="rect">
            <a:avLst/>
          </a:prstGeom>
          <a:solidFill>
            <a:srgbClr val="FFFFFF"/>
          </a:solidFill>
          <a:ln w="15875">
            <a:solidFill>
              <a:srgbClr val="3B6B4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05840" y="17830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入力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2084832"/>
            <a:ext cx="44220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①資料の内容だけから答える ②記載がなければ「記載がありません」 ③根拠の資料名を末尾に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080760" y="1691640"/>
            <a:ext cx="5303520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309360" y="1783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出てくるもの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6309360" y="2148840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・知らないことは、知らないと答える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6309360" y="2752344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・根拠の資料名が必ず付く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6309360" y="3355848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・間違いに気づけるようになる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6309360" y="3959352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・社員が安心して使える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777240" y="3291840"/>
            <a:ext cx="4879238" cy="1417320"/>
          </a:xfrm>
          <a:prstGeom prst="rect">
            <a:avLst/>
          </a:prstGeom>
          <a:solidFill>
            <a:srgbClr val="E7F0E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05840" y="3383280"/>
            <a:ext cx="442203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この3行を、コピーせずご自身で打ってください。打った内容は忘れません。実務で使えるかどうかは、ここで決まります。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777240" y="4983480"/>
            <a:ext cx="10607040" cy="685800"/>
          </a:xfrm>
          <a:prstGeom prst="rect">
            <a:avLst/>
          </a:prstGeom>
          <a:solidFill>
            <a:srgbClr val="3B6B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097280" y="4983480"/>
            <a:ext cx="9966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「わからない」と言えるAIだけが、実務で使えます</a:t>
            </a:r>
            <a:endParaRPr lang="en-US" sz="145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第5回　自社専用AIをつくる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実演 ②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つまずきやすいところ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この回で、よく起きること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737360"/>
            <a:ext cx="106070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51560" y="1856232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こうなったら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51560" y="2121408"/>
            <a:ext cx="445495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載せる資料が整っていない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5762549" y="1847088"/>
            <a:ext cx="18288" cy="859536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080760" y="1856232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こうする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6080760" y="2121408"/>
            <a:ext cx="509137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完璧を待ちません。3本で十分です。足りないものは不足資料リストに書き出し、第8回で回収します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777240" y="2944368"/>
            <a:ext cx="106070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051560" y="306324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こうなったら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1051560" y="3328416"/>
            <a:ext cx="445495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資料を無視して一般論を答える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5762549" y="3054096"/>
            <a:ext cx="18288" cy="859536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080760" y="306324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こうする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6080760" y="3328416"/>
            <a:ext cx="509137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①禁止事項を指示文の先頭へ ②PDFをテキストに ③資料を減らす。この3手で大半は直ります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777240" y="4151376"/>
            <a:ext cx="106070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051560" y="427024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こうなったら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1051560" y="4535424"/>
            <a:ext cx="445495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ルールが10項目に増える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5762549" y="4261104"/>
            <a:ext cx="18288" cy="859536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080760" y="427024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こうする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6080760" y="4535424"/>
            <a:ext cx="509137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5項目で止めます。増やすと読まれず、読まれないルールは無いのと同じです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第5回　自社専用AIをつくる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つまずき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想定問答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この回で、よく聞かれること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737360"/>
            <a:ext cx="10607040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737360"/>
            <a:ext cx="54864" cy="1170432"/>
          </a:xfrm>
          <a:prstGeom prst="rect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97280" y="1828800"/>
            <a:ext cx="9966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「資料は何本くらい載せればいいですか」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097280" y="2231136"/>
            <a:ext cx="9966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3本で始めます。多いほど良いわけではなく、むしろ増やすと精度が落ちます。足りないものは第8回で回収します。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777240" y="3035808"/>
            <a:ext cx="10607040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77240" y="3035808"/>
            <a:ext cx="54864" cy="1170432"/>
          </a:xfrm>
          <a:prstGeom prst="rect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97280" y="3127248"/>
            <a:ext cx="9966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「社員が変なことを聞いたらどうなりますか」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097280" y="3529584"/>
            <a:ext cx="9966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『資料に記載がありません』と答えます。今日その設定を入れます。答えないAIのほうが、実務では安全です。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777240" y="4334256"/>
            <a:ext cx="10607040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7240" y="4334256"/>
            <a:ext cx="54864" cy="1170432"/>
          </a:xfrm>
          <a:prstGeom prst="rect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97280" y="4425696"/>
            <a:ext cx="9966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「作ったものは、私しか直せないのでは」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097280" y="4828032"/>
            <a:ext cx="9966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仕様書6行を残すので、担当者が替わっても作り直せます。直す人は第11回で決めます。外注でも構いません。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第5回　自社専用AIをつくる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想定問答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用語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今日出てきた言葉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828800"/>
            <a:ext cx="106070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97280" y="1920240"/>
            <a:ext cx="2969971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専用AI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065422" y="1956816"/>
            <a:ext cx="18288" cy="822960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383634" y="1920240"/>
            <a:ext cx="668243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自社の資料と指示をあらかじめ仕込んだAI。社員に渡せます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777240" y="3063240"/>
            <a:ext cx="106070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097280" y="3154680"/>
            <a:ext cx="2969971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仕様書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065422" y="3191256"/>
            <a:ext cx="18288" cy="822960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383634" y="3154680"/>
            <a:ext cx="668243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名称・役割・参照資料・守ること・出力形式・使う人の6行。これが引き継ぎ書になります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777240" y="4297680"/>
            <a:ext cx="106070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097280" y="4389120"/>
            <a:ext cx="2969971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利用ルール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4065422" y="4425696"/>
            <a:ext cx="18288" cy="822960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383634" y="4389120"/>
            <a:ext cx="668243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A4一枚・5項目まで。増やすと読まれず、読まれないルールは無いのと同じです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777240" y="5623560"/>
            <a:ext cx="10607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配布した用語辞典にも同じものが載っています。覚える必要はありません。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第5回　自社専用AIをつくる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用語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演習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今日、一緒にやること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1572768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55分。操作するのはご自身です。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777240" y="2148840"/>
            <a:ext cx="3383280" cy="2880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51560" y="2395728"/>
            <a:ext cx="438912" cy="438912"/>
          </a:xfrm>
          <a:prstGeom prst="ellipse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51560" y="239572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051560" y="2944368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専用AIを1つ作る</a:t>
            </a:r>
            <a:endParaRPr lang="en-US" sz="1450" dirty="0"/>
          </a:p>
        </p:txBody>
      </p:sp>
      <p:sp>
        <p:nvSpPr>
          <p:cNvPr id="9" name="Text 7"/>
          <p:cNvSpPr txBox="1"/>
          <p:nvPr/>
        </p:nvSpPr>
        <p:spPr>
          <a:xfrm>
            <a:off x="1051560" y="3703320"/>
            <a:ext cx="2834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載せる資料は3本で十分。まず動かすことを優先します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389120" y="2148840"/>
            <a:ext cx="3383280" cy="2880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663440" y="2395728"/>
            <a:ext cx="438912" cy="438912"/>
          </a:xfrm>
          <a:prstGeom prst="ellipse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663440" y="239572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4663440" y="2944368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実データで動かす</a:t>
            </a:r>
            <a:endParaRPr lang="en-US" sz="1450" dirty="0"/>
          </a:p>
        </p:txBody>
      </p:sp>
      <p:sp>
        <p:nvSpPr>
          <p:cNvPr id="14" name="Text 12"/>
          <p:cNvSpPr txBox="1"/>
          <p:nvPr/>
        </p:nvSpPr>
        <p:spPr>
          <a:xfrm>
            <a:off x="4663440" y="3703320"/>
            <a:ext cx="2834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実際の案件を投げて、出力を見ながら指示文を直します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8001000" y="2148840"/>
            <a:ext cx="3383280" cy="2880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275320" y="2395728"/>
            <a:ext cx="438912" cy="438912"/>
          </a:xfrm>
          <a:prstGeom prst="ellipse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275320" y="239572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8275320" y="2944368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利用ルールをA4一枚で書く</a:t>
            </a:r>
            <a:endParaRPr lang="en-US" sz="1450" dirty="0"/>
          </a:p>
        </p:txBody>
      </p:sp>
      <p:sp>
        <p:nvSpPr>
          <p:cNvPr id="19" name="Text 17"/>
          <p:cNvSpPr txBox="1"/>
          <p:nvPr/>
        </p:nvSpPr>
        <p:spPr>
          <a:xfrm>
            <a:off x="8275320" y="3703320"/>
            <a:ext cx="2834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使ってよいAI／入れてはいけない情報／確認責任／相談先／見直し時期</a:t>
            </a:r>
            <a:endParaRPr lang="en-US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第5回　自社専用AIをつくる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演習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業務への組み込み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帰る前に決めること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1572768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ここを決めないと、持ち帰っても使われません。紙に書きます。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777240" y="2103120"/>
            <a:ext cx="1060704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7240" y="2103120"/>
            <a:ext cx="54864" cy="914400"/>
          </a:xfrm>
          <a:prstGeom prst="rect">
            <a:avLst/>
          </a:prstGeom>
          <a:solidFill>
            <a:srgbClr val="3B6B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143000" y="2176272"/>
            <a:ext cx="275783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誰に最初に触らせるか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4006901" y="2176272"/>
            <a:ext cx="7011619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推進候補の1名。第3回で決めた方と同じで構いません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777240" y="3154680"/>
            <a:ext cx="1060704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7240" y="3154680"/>
            <a:ext cx="54864" cy="914400"/>
          </a:xfrm>
          <a:prstGeom prst="rect">
            <a:avLst/>
          </a:prstGeom>
          <a:solidFill>
            <a:srgbClr val="3B6B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143000" y="3227832"/>
            <a:ext cx="275783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どこに置くか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4006901" y="3227832"/>
            <a:ext cx="7011619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社員が迷わず開ける場所。URLを共有フォルダに貼るところまで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777240" y="4206240"/>
            <a:ext cx="1060704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77240" y="4206240"/>
            <a:ext cx="54864" cy="914400"/>
          </a:xfrm>
          <a:prstGeom prst="rect">
            <a:avLst/>
          </a:prstGeom>
          <a:solidFill>
            <a:srgbClr val="3B6B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1143000" y="4279392"/>
            <a:ext cx="275783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直すのは誰か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4006901" y="4279392"/>
            <a:ext cx="7011619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当面は社長。第11回で「作る人」を決めます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第5回　自社専用AIをつくる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組み込み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ここだけは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09728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動かないまま持ち帰らせません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2148840"/>
            <a:ext cx="64008" cy="2194560"/>
          </a:xfrm>
          <a:prstGeom prst="rect">
            <a:avLst/>
          </a:prstGeom>
          <a:solidFill>
            <a:srgbClr val="B04A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188720" y="2148840"/>
            <a:ext cx="99669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60000"/>
              </a:lnSpc>
              <a:buNone/>
            </a:pPr>
            <a:r>
              <a:rPr lang="en-US" sz="16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時間が足りなければ、次回の冒頭に持ち越してでも、実データで動くところまでやりきります。「持ち帰って試します」は、ほぼ試されません。ここだけは絶対に妥協しないでください。</a:t>
            </a:r>
            <a:endParaRPr lang="en-US" sz="1650" dirty="0"/>
          </a:p>
        </p:txBody>
      </p:sp>
      <p:sp>
        <p:nvSpPr>
          <p:cNvPr id="6" name="Shape 4"/>
          <p:cNvSpPr/>
          <p:nvPr/>
        </p:nvSpPr>
        <p:spPr>
          <a:xfrm>
            <a:off x="777240" y="4709160"/>
            <a:ext cx="10607040" cy="960120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51560" y="480060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よくある型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51560" y="5029200"/>
            <a:ext cx="10058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規則を載せた社内問い合わせAIで価値が出るのは、質問が減ることより「規則に書いていないこと」が見えることのほう。規則の改訂に接続することがある。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第5回　自社専用AIをつくる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ここだけは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次回まで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次回は「社内へのお披露目と12か月計画【社員同席】」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1572768"/>
            <a:ext cx="95463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次回は社員の方が同席します。日程と出席者を、今日のうちに確定させます。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77240" y="2240280"/>
            <a:ext cx="4985309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51560" y="2377440"/>
            <a:ext cx="42428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次回までにやること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51560" y="2743200"/>
            <a:ext cx="4436669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作った専用AIを、推進候補の社員1名に触ってもらい感想を聞く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398971" y="2240280"/>
            <a:ext cx="4985309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673291" y="2377440"/>
            <a:ext cx="42428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次回の持ち物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6673291" y="2743200"/>
            <a:ext cx="4436669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・発表資料（5枚以内・1週間前の壁打ちで一緒に作ります）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6673291" y="3474720"/>
            <a:ext cx="4436669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・社員3名以上の出席確保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777240" y="4800600"/>
            <a:ext cx="10607040" cy="777240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097280" y="4800600"/>
            <a:ext cx="9966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この内容は、次回の3日前にあらためてお送りします。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第5回　自社専用AIをつくる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次回まで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2320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128016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今日の宿題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69164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ひとつだけ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77240" y="2651760"/>
            <a:ext cx="10607040" cy="1371600"/>
          </a:xfrm>
          <a:prstGeom prst="rect">
            <a:avLst/>
          </a:prstGeom>
          <a:solidFill>
            <a:srgbClr val="2E2A26"/>
          </a:solidFill>
          <a:ln w="12700">
            <a:solidFill>
              <a:srgbClr val="B04A2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234440" y="2743200"/>
            <a:ext cx="9692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9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作った専用AIを、推進候補の社員1名に触ってもらい、感想を1つ聞いてくる。</a:t>
            </a:r>
            <a:endParaRPr 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4297680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なぜこの宿題か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4572000"/>
            <a:ext cx="954633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350" dirty="0">
                <a:solidFill>
                  <a:srgbClr val="CFC6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第6回のお披露目で「すでに社内の誰かが使っている」と言えるかどうかで、社員の受け取り方がまるで変わります。1名で構いません。触ってもらってください。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6382512"/>
            <a:ext cx="10607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55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第5回　自社専用AIをつくる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第5回 自社専用AIをつくる</dc:title>
  <dc:subject>PptxGenJS Presentation</dc:subject>
  <dc:creator>経営者のためのAI実装講座</dc:creator>
  <cp:lastModifiedBy>経営者のためのAI実装講座</cp:lastModifiedBy>
  <cp:revision>1</cp:revision>
  <dcterms:created xsi:type="dcterms:W3CDTF">2026-09-11T18:03:51Z</dcterms:created>
  <dcterms:modified xsi:type="dcterms:W3CDTF">2026-09-11T18:03:51Z</dcterms:modified>
</cp:coreProperties>
</file>