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前回の宿題（月次レポートを1回回したか）を確認。足りなかった前提を書き足せているかまで見る。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成果物がバラバラに置かれている状態を、受講者自身に気づいてもらう。「いま指示文はどこにありますか」と聞くのが早い。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「動かないまま持ち帰らせません」を最初に宣言する。今日の時間配分の根拠になる。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3択は必ず受講者に選ばせる。講師が「これがいいですよ」と言った瞬間、その道具は他人のものになる。迷ったら第1回の棚卸し上位に戻す。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6行の仕様書は、その場で埋めながら作る。特に「守ること」の行を、次のデモで実証する。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資料を載せただけの状態を実際に見せる。それらしい嘘が出た瞬間が、この回で最も価値のある3秒。出なければ何度か聞き方を変える。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3行はコピーさせず、必ず手で打たせる。打った内容は忘れない。ここが第8回のナレッジ検索、第10回の評価につながる伏線。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資料が整っていないのは当たり前。完璧を待つと永遠に始まらない。3本で動かす、を通す。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3つ目（ルール）は時間が押しても必ずやる。テンプレを埋めるだけなので10分で済む。ルールがないまま社員に渡すと、第6回で必ず質問が出る。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置き場所は実際に開いて確認する。URLを共有フォルダに貼るところまでやると、翌週から使われる確率が上がる。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時間が押したら、演習を削ってでもここを守る。持ち帰って試します、は試されない。この一点だけは譲らない。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1名に触ってもらう、が次回の成否を分ける。誰に頼むかをその場で決め、頼み方の一言まで一緒に考える。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5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自社専用AIをつくる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社長の技を、会社の資産に変えます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自社資料を読んで答えるAI 1つ／AI利用ルール（A4一枚）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ここまでの成果物は、まだバラバラに置かれています。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指示文が15本、テンプレートが3種、分析の型が1つ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どれも、どこに何があるかを知っている人しか使えない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社内の資産にするには、入口を1つにする必要があります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今日、それを1つのツールに束ねます。社員が触れる形にします。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自社資料を読む専用AIを1つ動かし、社員の方が触れる状態にします。あわせて最低限のルールを決めます。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動かないまま持ち帰らせません。実データで動くところまで、今日やりきります。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何を作るか — 棚卸しの上位から選びます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見積・提案の下書き役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過去の見積書と価格表を載せます。営業が最も欲しがります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社内問い合わせ対応役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就業規則・社内マニュアルを載せます。資料が揃っていて成功しやすい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顧客対応の一次回答役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FAQ・過去のやり取りを載せます。件数が多いほど効きます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選ぶのはご自身です。講師は決めません。ここで他人に決められると、以後ずっと他人事の道具になります。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仕様書は、この6行で足ります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見積根拠アシスタント（記入例：金属加工業・従業員18名）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見積根拠アシスタント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過去の見積実績から、概算金額と根拠になった類似案件を提示する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参照する資料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過去3年の見積書142件（顧客名は記号化）／材料単価表／標準工数表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守ること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記載がなければ推測しない／金額は社長が確認してから提出／単価は最新版で検算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①概算金額（幅で）②内訳 ③根拠になった過去案件3件と相違点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使う人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社長・営業2名（第6回時点で事務1名にも展開）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この6行が、そのまま仕様書になります。担当者が替わっても、これがあれば作り直せます。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資料を載せただけの状態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資料を10本載せて「この資料から答えて」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・資料にないことも、それらしく答える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・どの資料を根拠にしたか分からない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・間違いに気づけない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・一度事故ると、社内で二度と使われない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資料を載せれば正しく答える、というものではありません。答えない設定を、明示的に入れる必要があります。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「載せた」と「答えない設定にした」は別物です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3行を足すだけで変わります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①資料の内容だけから答える ②記載がなければ「記載がありません」 ③根拠の資料名を末尾に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・知らないことは、知らないと答える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・根拠の資料名が必ず付く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・間違いに気づけるようになる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・社員が安心して使える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この3行を、コピーせずご自身で打ってください。打った内容は忘れません。実務で使えるかどうかは、ここで決まります。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「わからない」と言えるAIだけが、実務で使えます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載せる資料が整っていない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完璧を待ちません。3本で十分です。足りないものは不足資料リストに書き出し、第8回で回収します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資料を無視して一般論を答える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①禁止事項を指示文の先頭へ ②PDFをテキストに ③資料を減らす。この3手で大半は直ります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ルールが10項目に増える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5項目で止めます。増やすと読まれず、読まれないルールは無いのと同じです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専用AIを1つ作る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載せる資料は3本で十分。まず動かすことを優先します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実データで動かす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実際の案件を投げて、出力を見ながら指示文を直します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利用ルールをA4一枚で書く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使ってよいAI／入れてはいけない情報／確認責任／相談先／見直し時期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誰に最初に触らせるか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推進候補の1名。第3回で決めた方と同じで構いません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どこに置くか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社員が迷わず開ける場所。URLを共有フォルダに貼るところまで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直すのは誰か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当面は社長。第11回で「作る人」を決めます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動かないまま持ち帰らせません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時間が足りなければ、次回の冒頭に持ち越してでも、実データで動くところまでやりきります。「持ち帰って試します」は、ほぼ試されません。ここだけは絶対に妥協しないでください。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他社では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就業規則を載せた社内問い合わせAIを作った会社では、総務への質問が減ったこと以上に、「規則に書いていないこと」が可視化されたのが収穫でした。結果として規則の改訂につながりました。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作った専用AIを、推進候補の社員1名に触ってもらい、感想を1つ聞いてくる。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第6回のお披露目で「すでに社内の誰かが使っている」と言えるかどうかで、社員の受け取り方がまるで変わります。1名で構いません。触ってもらってください。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第5回 自社専用AIをつくる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2026-09-11T16:05:38Z</dcterms:created>
  <dcterms:modified xsi:type="dcterms:W3CDTF">2026-09-11T16:05:38Z</dcterms:modified>
</cp:coreProperties>
</file>