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7行の仕様書は、その場で埋めながら作る。特に④やらせないことの行を、次のデモで実証する。テンプレート集⑤と同じ様式なので、紙を開かせて同時に埋めさせる。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仕様書7行を『引き継ぎ書』と言い換えると、経営者には価値が伝わりやすい。事業承継の文脈に接続できる。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今日、それを1つのツールに束ねます。社員が触れる形にします。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仕様書は、この7行で足ります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4462272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名前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誰に使わせるか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できること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やらせないこと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金額を確定しない／客先に直接出す文面は書かない／記載がなければ推測しない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載せる資料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過去3年の見積書142件（顧客名は記号化）／材料単価表（2026年4月版）／標準工数表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出力形式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1383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人が確認する箇所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55138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材料単価が最新版か／類似案件の品番が実在するか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00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この7行が、そのまま仕様書になります。テンプレート集の⑤と同じ様式です。担当者が替わっても、これがあれば作り直せます。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「作成」ボタンが見つからない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GPTsは個人プランでは新規作成できません。プロジェクト機能で作ります。無料プランでも動きます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仕様書7行を残すので、担当者が替わっても作り直せます。直す人は第11回で決めます。外注でも構いません。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自社の資料と指示を入れた「プロジェクト」。無料プランでも作れます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名前・誰に使わせるか・できること・やらせないこと・載せる資料・出力形式・人が確認する箇所の7行。これが引き継ぎ書になります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入れてよい情報／入れてはいけない情報／出力の扱い／アカウントと費用／窓口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