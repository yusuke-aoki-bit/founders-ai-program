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社員向け。3つ目（やめることもあるか）に正直に答えると、かえって信頼される。無理に続ける前提で話さない。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12回を通しての共通言語の確認。ここが揃っていれば、修了後も社内で会話が成立する。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3か月後のフォロー日程を、この場で仮押さえできると理想的。カレンダーに入れてもらう。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「これから、私たちの仕事はどう変わりますか」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下書きと転記が減ります。空いた時間を何に使うかは、これからみなさんと決めていきます。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「新しく入る人にも、これを教えるのですか」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教えます。手順書と専用AIがあるので、覚えることはむしろ減っています。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「うまくいかなかったら、やめることもありますか」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あります。3か月ごとに費用と効果を見て、合わなければ縮小します。やめる基準も決めてあります。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この12回で使った言葉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役割・前提・依頼・制約・出力形式の5要素。すべての出発点です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人が止める場所。金額・社外・不可逆の前に置きます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毎月同じ10件で採点する仕組み。品質を数字で語るための道具です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3年構想は、書いたとおりにはならない。ただ、書いたから気づけることがある。当てるための紙ではなく、気づくための紙だと考える。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次回は「修了後」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落ちるのは2か月目です。3か月後に一度お話しすることで、止まりかけたものを立て直せます。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3か月後のフォローで、進捗をお聞かせください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・（修了時）診断の再回答／成果報告シート／掲載許諾の確認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