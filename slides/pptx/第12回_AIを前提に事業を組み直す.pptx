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3年構想は、書いたとおりにはならない。ただ、書いたから気づけることがある。当てるための紙ではなく、気づくための紙だと考える。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