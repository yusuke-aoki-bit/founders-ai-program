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最終回です。社員のみなさんにも同席いただきます。
【ゴール】浮いた時間と変わった原価構造を、提供価値と人員計画につなぎます。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010537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0105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2768346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2995803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29958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859786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2859786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753612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3981069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3981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845052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3845052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738878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272" y="4966335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33272" y="49663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4830318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46243" y="4830318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ChatGPTは毎日開くが、会話は使い捨て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うまくいった指示が翌日には見つからない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効果を聞かれても「たぶん速くなった」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指示文が15本、決まった場所にたまっている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自社資料を読むAIを社員が使っている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品質を毎月同じ10件で採点している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推進役・費用・権限が紙になっている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社員のみなさんに、方針を話す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これからどうするかを、ご自身の言葉で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最後にひとつだけ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この12回で最も効くのは、作ったものを翌日に一度使ってみることです。使わなかったものは2週間で忘れます。一度でも実務で使えば、それは御社の仕組みになります。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