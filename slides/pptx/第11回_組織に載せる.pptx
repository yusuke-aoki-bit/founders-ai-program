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前回の宿題（月次チェックを担当者と実施）を確認。所要時間の実測値を必ず聞く。20分前後なら、続けられる見込みが立つ。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調査の32.0%は、受講者自身の実感と一致するはず。「うちもそうです」と言われたら、今日の重要性が伝わっている。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「今日決まれば来年も続く、決まらなければ半年で止まる」と重さを伝える。この回を軽く流さない。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4役割のうち「作る人は外注でよい」を強調。ここを社内に抱えようとして止まる会社が多い。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4行のうち、金額だけで語らせない。品質（やり直し件数）が最も説明しやすいことを伝える。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「ITが得意な若手」は、ほぼ全員が最初に思いつく答え。否定せず、なぜうまくいかないかを説明する。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「面倒くさがり」が適性、という言い方は覚えてもらいやすい。時間の割り当てが本題であることを外さない。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1つ目が出たら、無理に決めさせない。持続可能な範囲を決めることも成果である、と言い切る。ここで無理をさせると、修了後に全部止まる。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1つ目が核心。専任と割り当ての違いを、はっきり分けて答える。2つ目で金額を断定しない。見積を取る、という行動に落とす。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4役割は紙に書いて渡す。口頭だけだと翌週には消えている。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第8回の不足資料リストと第10回の基準未定義業務を、必ずここで回収する。担当のつかない項目は永久に埋まらない。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月何時間、を数字で決める。「できる範囲で」は割り当てではない。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個人名義の契約は、聞かないと出てこない。明細を一緒に見るくらいでよい。法人契約への移行提案は、この回が正しい場所。第2回で勧めると売り込みに見える。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最終回の壁打ち（1週間前・別枠30分）を、この場で日程確定する。第6回と同じ扱い。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推定値で埋めさせない。実測してもらう。思ったより減っていない項目が見つかるのが、むしろ収穫。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ここまでの成果は、まだ社長個人に紐づいています。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導入検討でつまずく理由の第1位は「推進人材がいない」（32.0%）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作ったものはあるが、直せるのは社長だけ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費用も権限も、把握しているのは社長だけ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今日は、社長がいなくても回る形に移します。実質の仕上げです。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今日決まると、来年も続きます。決まらなければ、半年で止まります。それくらい重い回です。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15-30分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30-105分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組み込み・宿題・記録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予算・範囲・やめる判断。ここは動かせません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月次チェック、質問の一次受け。推進候補の方がここ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情報の扱い、アカウント管理。総務や情シスの兼任可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「作る人」を社内に抱えようとして止まる会社が多くあります。ここは外注で構いません。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効果は、4行で測ります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効果測定シート（毎月・4行だけ）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対象業務の所要時間（月）　例：20時間 → 7時間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正解セットの点数、やり直しの件数　例：○7件／やり直し 月3件→1件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使っている人数、業務数　例：3名・2業務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削減時間 × 時間単価 − 月額費用　例：13h × 3,000円 − 6,000円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毎月の経営会議。数字だけ、コメントは1行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金額だけで語らないでください。中小企業のAI効果は効率化に出ますが、実際の価値は品質と範囲に出ることが多くあります。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推進役の選び方（よくある失敗）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「ITが得意そうな若手に任せよう」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・本人がその業務を知らない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・現場とずれたものができる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・使われず、本人も自信をなくす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・結局、社長がやり直す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必要なのはITの知識ではなく、業務の知識です。道具の使い方は後から覚えられます。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ITが得意な人より、その業務を知っている人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推進役の選び方（実際）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「その業務をいちばん知っていて、面倒くさがりな人」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・どこが無駄かを知っている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・楽になる方法を自分で探す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・現場に合ったものを作る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・月4時間を正式に割り当てる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面倒くさがりであることが、実は最大の適性です。そして時間を正式に割り当てること。片手間では必ず失敗します。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熱意ではなく、時間を割り当てられるかで決まります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それが本当の経営課題です。無理に決めず「社長が続ける前提で、どこまでなら維持できるか」に切り替えます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効果が数字にならない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時間以外の列を使います。やり直し件数は測りやすく、説得力があります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費用対効果が合わない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合わないなら縮小する判断を支持します。やめる基準を書くことも、講座の成果です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「専任を置く余裕はありません」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専任は要りません。月4時間を正式に割り当てるだけです。片手間でよい、にすると失敗します。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「外注するといくらかかりますか」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改修の頻度によります。まずは3か月に1回程度を想定して、見積を取ってみてください。金額が分かれば判断できます。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「効果が数字で出せません」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時間以外の列を使います。やり直し件数は測りやすく、社内での説得力もあります。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決める人・回す人・作る人・守る人の4役割。1〜2名の兼任で構いません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権限管理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誰が何のアカウントを持つか。退職時の手順まで含めて決めます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時間・品質・範囲・金額の4行。金額だけで語らないのが要点です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誰が何のアカウントを持ち、月いくら払っているか。個人名義が残っていないかを確認します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時間・品質・範囲・金額の4行。現在値をその場で埋めます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回す人に、月何時間割り当てるか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「片手間で」は必ず失敗します。時間を業務として認めます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第8回・第10回の宿題を誰が引き取るか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不足資料リストと、基準が決まっていない業務。担当のつかない項目は永久に埋まりません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いつ見直すか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3か月後。費用と効果を突き合わせる日を決めます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個人名義の契約が残っていませんか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洗い出してください。社長個人のクレジットカードで契約したまま、社員が使っている状態は珍しくありません。退職時の手順も含めて、この回で整理します。法人契約への移行を検討するなら、今日がその場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推進役に「専任でなくてよいが、月4時間を業務として割り当てる」かどうかで、1年後に残るかが分かれる。差は熱意ではなく、時間が業務として認められているかどうか。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次回は「AIを前提に事業を組み直す【社員同席】」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最終回です。道具の話を終えて、事業の話に戻ります。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・今期の事業計画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・社員の方の出席確保（この半年で実際に使った方を必ず）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現在値がないと、3か月後に何が変わったかが言えません。今日の推定値ではなく、実測してください。測ってみると、思っていたより減っていない項目が必ず見つかります。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