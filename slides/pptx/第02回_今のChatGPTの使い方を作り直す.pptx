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前回の宿題（指示文をもう一度使ったか）を確認してから表紙に入る。使っていなければ責めず、この場で一緒にやる。使っていた場合は、そのときの手応えを必ず聞く。ここが今日の導入になる。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3行とも、受講者本人に心当たりがある話。読み上げるより「思い当たりませんか」と聞いたほうが早い。2行目でうなずいたら、そこから本題に入ってよい。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「新しいことを覚える回ではない」と最初に言う。すでに使えている人ほど、入門扱いされると身構える。作り直す、という言い方を通す。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5要素を上から説明しない。受講者が普段打っている雑な指示を1つ出してもらい、目の前で5要素に分解して見せる。「役割が抜けていますね」と指摘するだけで、この表の意味が一瞬で伝わる。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実物を見せる時間。読み上げず、制約の行だけ指差して「ここが効きます」と言う。600字以内、という数字が入っているかどうかで結果が変わることを、次のデモで実証する。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必ず失敗例から。自分の失敗として話す。「私も最初はこう打っていました」と言えると、受講者は自分の失敗を話しやすくなる。出力を全部読み上げない。3秒眺めて「送れますか？」と聞くだけでよい。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改善版を見せたあと、必ず受講者自身の手で再現させる。見ただけの人は翌週やらない。ここで1本できたら、それがプロンプト集の1本目になる。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2つ目（有料プラン）は特に注意。ここで契約を勧めると売り込みに見え、以後の信頼に響く。「無料のままでもこうすればできます」を先に示す。費用の話は第11回。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1つ目は必ず出る。面倒であることを否定せず、『面倒なのは最初の1本だけ』と数で答える。2つ目は、長文プロンプトを自慢げに見せてくる受講者にも効く。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プロジェクトが無料プランで使えない場合は、ここで代替（前提ブロック）の名前を付けておくと以後の会話が楽になる。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3ステップのうち、時間が足りなければ3つ目を削る。カスタム指示までは必ず終わらせる。ここが今日の分かれ目で、これがあるだけで次回以降の演習速度が変わる。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保存場所は必ず開いて見せてもらう。「デスクトップのどこか」では次回見つからない。フォルダ名まで決める。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事例の3行は、実際に紙に書いて渡すくらいでよい。受講者のカスタム指示がそれに近い形になっていれば、この回は成功。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『宛先が変わる』は次回の核心。ここで予告しておくと、次回の冒頭で腹落ちが早い。渡す社員1名を、今日のうちに決めてもらう。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「新しい会話を開かない」は制約に聞こえるが、実際にやると楽になることを伝える。1週間後に効果を聞くと、ほぼ全員が「探す時間が減った」と答える。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9601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経営者のための AI実装講座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2 回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860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今のChatGPTの使い方を作り直す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20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毎回ゼロから打つのを、やめます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4343400"/>
            <a:ext cx="10607040" cy="96012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44805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この回で手元に残るもの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7548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自社の指示文 5本／カスタム指示／プロジェクト1つ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今日の出発点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うまくいった指示が、翌日にはもう見つからない。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783080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783080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毎回、同じ会社の説明を打ち直している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262432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624328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良い答えが出たのに、その指示文がどこにあるか分からない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77240" y="3465576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465576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465576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だから、いつまで経っても自分の中にしか蓄積されない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7240" y="4526280"/>
            <a:ext cx="10607040" cy="91440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43000" y="45262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問題は使い方の巧拙ではありません。会話が使い捨てになっていることです。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出発点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43000"/>
            <a:ext cx="9864547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同じ説明を毎回打たなくて済む状態にします。うまくいった結果が、次回も使える形で残ります。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3063240"/>
            <a:ext cx="10607040" cy="18288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291840"/>
            <a:ext cx="93341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今日は新しいことを覚える回ではありません。すでにできている使い方を、資産が残る形に組み替えます。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" y="4754880"/>
            <a:ext cx="10607040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0-15分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前回の宿題を実物で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008376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15-35分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008376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テーマとデモ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056632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35-90分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056632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一緒に手を動かす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04888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90-105分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7104888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153144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105-120分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153144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宿題・記録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ゴール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指示の型 — 5つの要素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665683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4984" y="1841602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4984" y="184160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764792"/>
            <a:ext cx="31821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役割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4888382" y="1764792"/>
            <a:ext cx="6267298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誰として答えるか。抜けると一般論しか出ません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" y="2485339"/>
            <a:ext cx="10607040" cy="665683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4984" y="2635301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14984" y="2635301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2558491"/>
            <a:ext cx="31821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前提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888382" y="2558491"/>
            <a:ext cx="6267298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自社・相手・状況。抜けると毎回説明し直すことになります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3279038"/>
            <a:ext cx="10607040" cy="665683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14984" y="3429000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14984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3352190"/>
            <a:ext cx="31821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依頼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888382" y="3352190"/>
            <a:ext cx="6267298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してほしいこと。動詞を1つに絞ります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77240" y="4072738"/>
            <a:ext cx="10607040" cy="665683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14984" y="4222699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14984" y="422269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600200" y="4145890"/>
            <a:ext cx="31821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制約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4888382" y="4145890"/>
            <a:ext cx="6267298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文字数・トーン・使ってはいけない表現。抜けると手直しが増えます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77240" y="4866437"/>
            <a:ext cx="10607040" cy="665683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14984" y="5016398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14984" y="501639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600200" y="4939589"/>
            <a:ext cx="31821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出力形式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4888382" y="4939589"/>
            <a:ext cx="6267298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箇条書きか、表か、メール本文そのままか。抜けると貼り付けられません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777240" y="56692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抜けている要素が、そのまま不満の正体です。「なんとなく違う」は、たいてい前提か出力形式の欠落です。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5要素を、実物で見ます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3401568"/>
          </a:xfrm>
          <a:prstGeom prst="rect">
            <a:avLst/>
          </a:prstGeom>
          <a:solidFill>
            <a:srgbClr val="FFFFFF"/>
          </a:solidFill>
          <a:ln w="15875">
            <a:solidFill>
              <a:srgbClr val="2F4F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691640"/>
            <a:ext cx="10607040" cy="457200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1709928"/>
            <a:ext cx="10058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プロンプト No.07　値上げのお願い文（製造業・記入例）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33172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役割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33172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あなたは金属加工業の営業担当です。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862072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前提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862072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取引15年の建設会社が相手。材料費が前年比18%上昇。値上げ幅は8%。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392424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依頼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3392424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値上げのお願い文を作ってください。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922776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制約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3922776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関係を壊さない／根拠の数字を入れる／600字以内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453128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出力形式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291840" y="4453128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件名＋本文。丁寧語。押しつけがましくしない。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523951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この5行を一度書けば、次からは前提の数字だけ差し替えて使えます。今日つくるのは、こういうものを5本です。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よくある指示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EDE7DB"/>
          </a:solidFill>
          <a:ln w="15875">
            <a:solidFill>
              <a:srgbClr val="8A817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「見積書の送付メールを書いて」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・当たり障りのない、一般的な文面が出る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・会社名も取引経緯も入っていない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・結局、自分で7割書き直す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・明日もまた、同じことを打つ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4DF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出てきた文面が悪いのではありません。判断材料を渡していないので、AIは無難な方に寄せるしかありません。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8A81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情報を渡していない指示に、良い答えは返りません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5要素を入れた指示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3B6B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役割・前提・依頼・制約・出力形式を入れた5行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・そのまま送れる文面が出る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・直すのは固有名詞と金額だけ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・この指示文を保存して、次回は前提だけ差し替える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・3回目には、書く時間が10分の1になる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7F0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1本目は書くのに5分かかります。2本目からは1分です。5本作れば、日常の文書業務のほとんどが埋まります。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面倒なのは最初の1本だけ。あとはコピーして直すだけ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つまずきやすいところ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この回で、よく起きること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121408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カスタム指示に何を書けばいいか分からない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762549" y="1847088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0807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2121408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「会社案内を読んだ人が知っていること」を書けばよい、と言い換えます。会社概要をそのまま貼っても構いません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944368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328416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無料プランでプロジェクト機能が使えない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762549" y="3054096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807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3328416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指示文の先頭に貼る「前提ブロック」で代替します。有料化を勧めるのは第11回。ここで勧めると売り込みに見えます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77240" y="4151376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515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535424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5要素が面倒だと言われる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762549" y="4261104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807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4535424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面倒で構いません。5本だけ作れば終わりです。毎回書くものではないことを、その場で実演して見せます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この回で、よく聞かれること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37360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182880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「毎回5要素を書くのは面倒では」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231136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毎回は書きません。5本作れば、あとは前提の数字を差し替えるだけです。今日その5本を作ります。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35808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3035808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3127248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「長く書けば書くほどいいのですか」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529584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違います。抜けている要素を足すのが効きます。長さではなく、判断材料が揃っているかどうかです。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334256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4334256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97280" y="4425696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「他の人が作った指示文を使ってもいいですか」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828032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使えますが、前提が自社のものではないので、結局書き直すことになります。自社の前提を足すところが仕事です。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今日出てきた言葉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192024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カスタム指示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065422" y="195681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83634" y="192024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全部の会話に自動で効く前提設定。会社の自己紹介を毎回書かずに済みます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6324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97280" y="315468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プロジェクト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065422" y="319125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83634" y="315468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会話と資料をまとめておく箱。業務ごとに分けて使います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29768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38912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コンテキスト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065422" y="442569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83634" y="438912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AIが一度に読める情報量。長くなるほど前の話を取りこぼします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562356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配布した用語辞典にも同じものが載っています。覚える必要はありません。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今日、一緒にやること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55分。操作するのはご自身です。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5要素で1本書く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ご自身の実案件を題材に。講師は口頭で誘導し、入力はしません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前提を、設定に移す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毎回書いている会社の説明を、全部の会話に自動で効く場所に入れます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0100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7532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7532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箱をつくって、5本ためる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業務ごとの箱に資料と会話をまとめ、保存場所を決めます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帰る前に決めること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ここを決めないと、持ち帰っても使われません。紙に書きます。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10312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217627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どこに保存するか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06901" y="217627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デスクトップかクラウドか。次に開く場所が決まっていないと使われません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15468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315468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322783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いつ増やすか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06901" y="322783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うまくいった指示が出たら、その場で追加する。週末にまとめて、は続きません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420624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420624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43000" y="427939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誰に見せるか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006901" y="427939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第3回で社員1名に渡します。今日その1名を決めておきます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組み込み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972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講師が代わりに入力しないこと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2148840"/>
            <a:ext cx="64008" cy="219456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148840"/>
            <a:ext cx="9966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6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対1では「見ていて歯がゆい」場面が必ず来ます。そこで手を出すと、受講者は自分で書けるようになりません。待つのが仕事だと割り切ってください。操作を代わった瞬間、その技能は受講者に残りません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777240" y="4709160"/>
            <a:ext cx="10607040" cy="96012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48006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よくある型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502920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カスタム指示に「当社は何を売っているか／顧客は誰か／敬語の硬さ」の3行を入れるだけで、以後の手直しが目に見えて減る。効くのは長さではなく、毎回書いていた前提を1度で済ませること。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次回は「文書とコミュニケーションのAI化」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9546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次回から、成果物の宛先が変わります。社長ご自身ではなく、社員の方が使うものを作ります。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次回までにやること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743200"/>
            <a:ext cx="4436669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1週間、その業務は必ず箱の中でやる。新しい会話を開かない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98971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73291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次回の持ち物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673291" y="274320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・社内で量の多い文書3種の実物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673291" y="347472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・最初に渡す社員の方を1名決めておく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800600"/>
            <a:ext cx="10607040" cy="77724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8006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この内容は、次回の3日前にあらためてお送りします。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280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今日の宿題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6916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ひとつだけ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651760"/>
            <a:ext cx="10607040" cy="137160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27432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明日から1週間、その業務は必ずこの箱の中でやる。新しい会話を開かない。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2976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なぜこの宿題か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572000"/>
            <a:ext cx="95463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箱の中で作業する習慣がつくと、資料も履歴も自動でたまります。逆にここで新しい会話を開く癖が残ると、第5回で作る専用AIも使われずに終わります。1週間だけ、意識してみてください。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638251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55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第2回 今のChatGPTの使い方を作り直す</dc:title>
  <dc:subject>PptxGenJS Presentation</dc:subject>
  <dc:creator>経営者のためのAI実装講座</dc:creator>
  <cp:lastModifiedBy>経営者のためのAI実装講座</cp:lastModifiedBy>
  <cp:revision>1</cp:revision>
  <dcterms:created xsi:type="dcterms:W3CDTF">2026-09-12T01:59:06Z</dcterms:created>
  <dcterms:modified xsi:type="dcterms:W3CDTF">2026-09-12T01:59:06Z</dcterms:modified>
</cp:coreProperties>
</file>