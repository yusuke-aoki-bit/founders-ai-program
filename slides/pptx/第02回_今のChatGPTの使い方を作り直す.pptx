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（0-15分の枠内、2〜3分で切る）。使っていなければ責めず、画面での再現はスライド4の実演でまとめて見せ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最初の15分でWebページの①②を行う。①棚卸し：「これが無くなったら楽になる」を3つ聞き、月に取られている時間を講師が書き込む。②プラン確認：講師の操作で、プロフィールメニュー → 設定 → アカウントでプラン名を見せる。Free・Goなら、朝のまとめは1日1回・大まかな時間帯になり、Gmailの新着をきっかけに動かすのはPlus以上、とここで一言添える。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議事録を頼むときにいつもどう書いているかを口頭で聞き、講師がそのまま打って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実物を見せる時間。読み上げず、制約の行だけ指差して「ここが効きます」と言う。数字の制約があるかないかで結果が変わることを、次の議事録のデモで見せる。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ここは予告にとどめ、打ち込みはしない。「5要素を入れるとこう変わる」と一言で示し、実際に並べて比べるのはスライド11（35分以降）で行う、と伝えて次へ進む。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プロジェクトは全プランで使える。全部の会話の前提はカスタム指示、業務ごとの前提はプロジェクトの指示、と置き場所の違いをここで一言添える。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分からここ（スライドの1〜3＝ページの③〜⑤）。③議事録の頼み方を、いつもの一行と5要素入りで講師が画面で並べて比べる。決まったこと・宿題・期限の分け方はご本人の会議に合わせて聞き取り、講師が打ち込む。④その1本をプロジェクトの「頼み方集」に保存する。ここまでは必ず見せる。⑤朝のまとめは設定できればでよく、時間が足りなければ次回に回す。朝のまとめはプロジェクトの外で作る（中で作ると資料を読めない）。Gmailとカレンダーは プラグインディレクトリ →「接続」でつなぐ。会社のGoogleアカウントで止まったら、その場は個人のアカウントで見せる。予約はチャットで「毎朝、今日の予定と届いたメールをまとめて届けて」と頼んで作る。「スケジュール済み」に出なければWeb版で操作する。カスタム指示は今日の6項目に入っていないので、時間が余ったときだけ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保存したプロジェクトを講師の画面で開き直して見せる。名前は業務名にして、次回すぐ見つかるようにする。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事例の3行は、実際に紙に書いて渡すくらいでよい。カスタム指示は時間が余ったときだけ。この回の成功は、議事録の頼み方1本が保存され、今週使う場面が決まっていること。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は1回だけでよいと伝える。使う場面を今日のうちに1つ決めてもらう。毎朝のまとめを設定できた場合は、届いた内容に目を通し、足りない・多すぎると感じた点を次回教えてほしいと添える。次回の冒頭で、使ったときの手応えを必ず聞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棚卸し表／保存した頼み方1本（設定できれば、毎朝のまとめも）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棚卸し・プラン確認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この5行を一度書けば、次からは前提の数字だけ差し替えて使えます。今日は、こういうものを1本つくって保存します。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「この会議メモを議事録にして」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・決まったこと・宿題・期限が分かれていない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・そのまま配れる議事録が出る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・手直しが大きく減る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・保存した1本が、そのまま今週の宿題になる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1本目は書くのに少し時間がかかります。2回目からは、コピーして直すだけです。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無料プランで朝のまとめの時刻を指定できない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Free・Goは「朝」など大まかな時間帯で予約できます。有料化を勧めるのは第11回。ここで勧めると売り込みに見えます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面倒で構いません。一度書いて保存すれば終わりです。毎回書くものではないことを、その場で実演して見せます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毎回は書きません。一度保存すれば、あとは前提の数字を差し替えるだけです。今日その1本目を作ります。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議事録を題材に、いつもの頼み方と並べて講師が画面で比べます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できた1本を保存する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プロジェクトの「頼み方集」に貼り、次からはコピーして直すだけにします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毎朝のまとめを1つ予約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設定できれば、Gmail・カレンダーをつなぎ、毎朝のまとめを予約します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ここを決めないと、持ち帰っても使われません。講師が書き留めます。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プロジェクト内の「頼み方集」。次に開く場所が決まっていないと使われません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画面は講師が動かし、一手ずつ見せること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は講師が画面を動かし、今どこを押しているかを一手ずつ声に出して見せます。受講者の方が「自分でも触りたい」と言ったときだけ、同じ画面を開いてもらいます。1操作ごとに画面の変化を確かめてから次へ進み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よくある型（時間が余ったら）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今日作った頼み方を、今週1回、実際の仕事で使ってみる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・社内で量の多い文書2種の実物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・今日決めた、最初に渡す社員の方1名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今日作った頼み方を、今週どこかで1回、実際の仕事に使う。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一度使うと、保存した頼み方が「手元にある道具」に変わります。使わないまま1週間たつと、どこに保存したかも忘れ、第5回で作る専用AIも使われずに終わります。1回だけ、試してみてください。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