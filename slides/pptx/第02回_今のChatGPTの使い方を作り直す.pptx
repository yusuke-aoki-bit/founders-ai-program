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前回の宿題（指示文をもう一度使ったか）を確認してから表紙に入る。使っていなければ責めず、この場で画面でお見せする。使っていた場合は、そのときの手応えを必ず聞く。ここが今日の導入になる。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議事録の頼み方を、いつもの一行と5要素入りで講師が画面で並べて比べる。決まったこと・宿題・期限の分け方は、ご本人の会議に合わせて聞き取り、講師が打ち込む。この1本を保存し、今日の宿題で使う頼み方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ページの③〜⑤をこの順で講師が操作して見せる。議事録の頼み方1本の保存までは必ず見せる。朝のまとめは設定できればでよく、時間が足りなければ次回に回す。朝のまとめはプロジェクトの外で作る（中で作ると資料を読めない）。Gmailは プラグインディレクトリ →「接続」でつなぐ。会社のGoogleアカウントで止まったら、その場は個人のGmailで見せる。「スケジュール済み」が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棚卸し表／保存した頼み方1本／毎朝のまとめ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・直すのは名前と日付だけ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画面は講師が動かし、一手ずつ見せること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見せます。受講者の方が「自分でも触りたい」と言ったときだけ、同じ画面を開いてもらい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