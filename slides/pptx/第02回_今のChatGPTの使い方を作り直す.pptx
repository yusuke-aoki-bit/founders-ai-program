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（0-15分の枠内、2〜3分で切る）。使っていなければ責めず、画面での再現はスライド4の実演でまとめて見せ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実物を見せる時間。読み上げず、制約の行だけ指差して「ここが効きます」と言う。数字の制約があるかないかで結果が変わることを、次の議事録のデモで見せる。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ここは予告にとどめ、打ち込みはしない。「5要素を入れるとこう変わる」と一言で示し、実際に並べて比べるのはスライド11（35分以降）で行う、と伝えて次へ進む。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分からここ（スライドの1〜3＝ページの③〜⑤）。③議事録の頼み方を、いつもの一行と5要素入りで講師が画面で並べて比べる。決まったこと・宿題・期限の分け方はご本人の会議に合わせて聞き取り、講師が打ち込む。④その1本をプロジェクトの「頼み方集」に保存する。ここまでは必ず見せる。⑤朝のまとめは設定できればでよく、時間が足りなければ次回に回す。朝のまとめはプロジェクトの外で作る（中で作ると資料を読めない）。Gmailとカレンダーは プラグインディレクトリ →「接続」でつなぐ。会社のGoogleアカウントで止まったら、その場は個人のアカウントで見せる。予約はチャットで「毎朝、今日の予定と届いたメールをまとめて届けて」と頼んで作る。「スケジュール済み」に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事例の3行は、実際に紙に書いて渡すくらいでよい。カスタム指示は時間が余ったときだけ。この回の成功は、議事録の頼み方1本が保存され、今週使う場面が決まっていること。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棚卸し表／保存した頼み方1本（設定できれば、毎朝のまとめも）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・手直しが大きく減る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・保存した1本が、そのまま今週の宿題になる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1本目は書くのに少し時間がかかります。2回目からは、コピーして直すだけです。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「会社案内を読んだ人が知っていること」を書けば十分です。会社概要をそのまま貼っても構いません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Free・Goは「朝」など大まかな時間帯で予約できます。時刻まで指定したい場合は、費用の話と一緒に第11回でご相談します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5要素が面倒に感じる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面倒で構いません。一度書いて保存すれば終わりです。毎回書くものではないことを、その場で実演してお見せします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同じ言葉は「受講のご案内」のページにも載っています。覚える必要はありません。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画面は講師が動かし、一手ずつお見せします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お見せします。ご自身でも触りたいときは、いつでもおっしゃってください。同じ画面を開いて一緒に進め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よくある型（時間が余ったら）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