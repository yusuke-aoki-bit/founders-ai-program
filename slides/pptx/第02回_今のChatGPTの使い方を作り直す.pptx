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前回の宿題（指示文をもう一度使ったか）を確認してから表紙に入る。使っていなければ責めず、この場で画面でお見せする。使っていた場合は、そのときの手応えを必ず聞く。ここが今日の導入になる。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3行とも、受講者本人に心当たりがある話。読み上げるより「思い当たりませんか」と聞いたほうが早い。2行目でうなずいたら、そこから本題に入ってよい。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ことを覚える回ではない」と最初に言う。すでに使えている人ほど、入門扱いされると身構える。作り直す、という言い方を通す。最初の15分でWebページの①②を行う。①棚卸し：「これが無くなったら楽になる」を3つ聞き、月に取られている時間を講師が書き込む。②プラン確認：講師の操作で、プロフィールメニュー → 設定 → アカウントでプラン名を見せる。Free・Goなら、朝のまとめは1日1回・大まかな時間帯になり、Gmailの新着をきっかけに動かすのはPlus以上、とここで一言添える。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要素を上から説明しない。議事録を頼むときにいつもどう書いているかを口頭で聞き、講師がそのまま打って、目の前で5要素に分解して見せる。「役割が抜けていますね」と指摘するだけで、この表の意味が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実物を見せる時間。読み上げず、制約の行だけ指差して「ここが効きます」と言う。数字の制約があるかないかで結果が変わることを、次の議事録のデモで見せる。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必ず失敗例から。自分の失敗として話す。「私も最初はこう打っていました」と言えると、受講者は自分の失敗を話しやすくなる。出力を全部読み上げない。3秒眺めて「送れますか？」と聞くだけでよい。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議事録の頼み方を、いつもの一行と5要素入りで講師が画面で並べて比べる。決まったこと・宿題・期限の分け方は、ご本人の会議に合わせて聞き取り、講師が打ち込む。この1本を保存し、今日の宿題で使う頼み方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2つ目（有料プラン）は特に注意。ここで契約を勧めると売り込みに見え、以後の信頼に響く。「無料のままでもこうすればできます」を先に示す。費用の話は第11回。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1つ目は必ず出る。面倒であることを否定せず、『面倒なのは最初の1本だけ』と数で答える。2つ目は、長文プロンプトを自慢げに見せてくる受講者にも効く。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プロジェクトは全プランで使える。全部の会話の前提はカスタム指示、業務ごとの前提はプロジェクトの指示、と置き場所の違いをここで一言添える。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の議事録比較はスライド6・7で済んでいるので、ここではその1本の保存（④）から入り、⑤へ進む。議事録の頼み方1本の保存までは必ず見せる。朝のまとめは設定できればでよく、時間が足りなければ次回に回す。朝のまとめはプロジェクトの外で作る（中で作ると資料を読めない）。Gmailは プラグインディレクトリ →「接続」でつなぐ。会社のGoogleアカウントで止まったら、その場は個人のGmailで見せる。「スケジュール済み」が出なければWeb版で操作する。カスタム指示は今日の6項目に入っていないので、時間が余ったときだけ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保存したプロジェクトを講師の画面で開き直して見せる。名前は業務名にして、次回すぐ見つかるようにする。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事例の3行は、実際に紙に書いて渡すくらいでよい。カスタム指示は時間が余ったときだけ。この回の成功は、議事録の頼み方1本が保存され、今週使う場面が決まっていること。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『宛先が変わる』は次回の核心。ここで予告しておくと、次回の冒頭で腹落ちが早い。渡す社員1名を、今日のうちに決めてもらう。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は1回だけでよいと伝える。使う場面を今日のうちに1つ決めてもらう。毎朝のまとめを設定できた場合は、届いた内容に目を通し、足りない・多すぎると感じた点を次回教えてほしいと添える。次回の冒頭で、使ったときの手応えを必ず聞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今のChatGPTの使い方を作り直す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毎回ゼロから打つのを、やめます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棚卸し表／保存した頼み方1本（設定できれば、毎朝のまとめも）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うまくいった指示が、翌日にはもう見つからない。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毎回、同じ会社の説明を打ち直している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良い答えが出たのに、その指示文がどこにあるか分からない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だから、いつまで経っても自分の中にしか蓄積されない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問題は使い方の巧拙ではありません。会話が使い捨てになっていることです。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同じ説明を毎回打たなくて済む状態にします。うまくいった結果が、次回も使える形で残ります。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今日は新しいことを覚える回ではありません。すでにできている使い方を、資産が残る形に組み替えます。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棚卸し・プラン確認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画面で順にお見せする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 — 5つの要素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84160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84160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誰として答えるか。抜けると一般論しか出ません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485339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635301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63530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558491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558491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自社・相手・状況。抜けると毎回説明し直すことになります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2790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521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3521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してほしいこと。動詞を1つに絞ります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0727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222699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22269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1458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1458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文字数・トーン・使ってはいけない表現。抜けると手直しが増えます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866437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501639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4984" y="5016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939589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888382" y="4939589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箇条書きか、表か、メール本文そのままか。抜けると貼り付けられません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抜けている要素が、そのまま不満の正体です。「なんとなく違う」は、たいてい前提か出力形式の欠落です。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5要素を、実物で見ます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 No.07　値上げのお願い文（製造業・記入例）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あなたは金属加工業の営業担当です。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取引15年の建設会社が相手。材料費が前年比18%上昇。値上げ幅は8%。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値上げのお願い文を作ってください。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関係を壊さない／根拠の数字を入れる／600字以内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件名＋本文。丁寧語。押しつけがましくしない。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この5行を一度書けば、次からは前提の数字だけ差し替えて使えます。今日は、こういうものを1本つくって保存します。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「この会議メモを議事録にして」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・当たり障りのない、一般的な文面が出る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・決まったこと・宿題・期限が分かれていない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・結局、自分で7割書き直す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・明日もまた、同じことを打つ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出てきた文面が悪いのではありません。判断材料を渡していないので、AIは無難な方に寄せるしかありません。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情報を渡していない指示に、良い答えは返りません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5要素を入れた指示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役割・前提・依頼・制約・出力形式を入れた5行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・そのまま配れる議事録が出る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・手直しが大きく減る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・この指示文を保存して、次回は前提だけ差し替える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・保存した1本が、そのまま今週の宿題になる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1本目は書くのに少し時間がかかります。2回目からは、コピーして直すだけです。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面倒なのは最初の1本だけ。あとはコピーして直すだけ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カスタム指示に何を書けばいいか分からない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「会社案内を読んだ人が知っていること」を書けばよい、と言い換えます。会社概要をそのまま貼っても構いません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無料プランで朝のまとめの時刻を指定できない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Free・Goは「朝」など大まかな時間帯で予約できます。有料化を勧めるのは第11回。ここで勧めると売り込みに見えます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5要素が面倒だと言われる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面倒で構いません。一度書いて保存すれば終わりです。毎回書くものではないことを、その場で実演して見せます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「毎回5要素を書くのは面倒では」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毎回は書きません。一度保存すれば、あとは前提の数字を差し替えるだけです。今日その1本目を作ります。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「長く書けば書くほどいいのですか」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違います。抜けている要素を足すのが効きます。長さではなく、判断材料が揃っているかどうかです。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「他の人が作った指示文を使ってもいいですか」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使えますが、前提が自社のものではないので、結局書き直すことになります。自社の前提を足すところが仕事です。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全部の会話に自動で効く前提設定。会社の自己紹介を毎回書かずに済みます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会話と資料をまとめておく箱。業務ごとに分けて使います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AIが一度に読める情報量。長くなるほど前の話を取りこぼします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今日、画面でお見せすること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55分。講師の画面でお見せします。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5要素で1本書く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議事録を題材に、いつもの頼み方と並べて講師が画面で比べます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できた1本を保存する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プロジェクトの「頼み方集」に貼り、次からはコピーして直すだけにします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毎朝のまとめを1つ予約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設定できれば、Gmail・カレンダーをつなぎ、毎朝のまとめを予約します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ここを決めないと、持ち帰っても使われません。講師が書き留めます。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どこに保存するか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プロジェクト内の「頼み方集」。次に開く場所が決まっていないと使われません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いつ増やすか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うまくいった指示が出たら、その場で追加する。週末にまとめて、は続きません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誰に見せるか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第3回で社員1名に渡します。今日その1名を決めておきます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画面は講師が動かし、一手ずつ見せること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は講師が画面を動かし、今どこを押しているかを一手ずつ声に出して見せます。受講者の方が「自分でも触りたい」と言ったときだけ、同じ画面を開いてもらいます。1操作ごとに画面の変化を確かめてから次へ進み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よくある型（時間が余ったら）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カスタム指示に「当社は何を売っているか／顧客は誰か／敬語の硬さ」の3行を入れるだけで、以後の手直しが目に見えて減る。効くのは長さではなく、毎回書いていた前提を1度で済ませること。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次回は「文書とコミュニケーションのAI化」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次回から、成果物の宛先が変わります。社長ご自身ではなく、社員の方が使うものを作ります。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今日作った頼み方を、今週1回、実際の仕事で使ってみる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・社内で量の多い文書2種の実物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・今日決めた、最初に渡す社員の方1名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今日作った頼み方を、今週どこかで1回、実際の仕事に使う。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一度使うと、保存した頼み方が「手元にある道具」に変わります。使わないまま1週間たつと、どこに保存したかも忘れ、第5回で作る専用AIも使われずに終わります。1回だけ、試してみてください。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今のChatGPTの使い方を作り直す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2026-09-12T03:05:51Z</dcterms:created>
  <dcterms:modified xsi:type="dcterms:W3CDTF">2026-09-12T03:05:51Z</dcterms:modified>
</cp:coreProperties>
</file>