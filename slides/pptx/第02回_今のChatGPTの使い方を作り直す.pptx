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前回の宿題（指示文をもう一度使ったか）を確認してから表紙に入る。使っていなければ責めず、この場で一緒にやる。使っていた場合は、そのときの手応えを必ず聞く。ここが今日の導入になる。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5要素を上から説明しない。受講者が普段打っている雑な指示を1つ出してもらい、目の前で5要素に分解して見せる。「役割が抜けていますね」と指摘するだけで、この表の意味が一瞬で伝わる。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実物を見せる時間。読み上げず、制約の行だけ指差して「ここが効きます」と言う。600字以内、という数字が入っているかどうかで結果が変わることを、次のデモで実証する。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改善版を見せたあと、必ず受講者自身の手で再現させる。見ただけの人は翌週やらない。ここで1本できたら、それがプロンプト集の1本目になる。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3ステップのうち、時間が足りなければ3つ目を削る。カスタム指示までは必ず終わらせる。ここが今日の分かれ目で、これがあるだけで次回以降の演習速度が変わる。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保存場所は必ず開いて見せてもらう。「デスクトップのどこか」では次回見つからない。フォルダ名まで決める。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事例の3行は、実際に紙に書いて渡すくらいでよい。受講者のカスタム指示がそれに近い形になっていれば、この回は成功。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「新しい会話を開かない」は制約に聞こえるが、実際にやると楽になることを伝える。1週間後に効果を聞くと、ほぼ全員が「探す時間が減った」と答える。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5本／カスタム指示／プロジェクト1つ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この5行を一度書けば、次からは前提の数字だけ差し替えて使えます。今日つくるのは、こういうものを5本です。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「見積書の送付メールを書いて」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・会社名も取引経緯も入っていない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・そのまま送れる文面が出る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・直すのは固有名詞と金額だけ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・3回目には、書く時間が10分の1になる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1本目は書くのに5分かかります。2本目からは1分です。5本作れば、日常の文書業務のほとんどが埋まります。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「会社案内を読んだ人が知っていること」を書けばよい、と言い換えます。会社概要をそのまま貼っても構いません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無料プランでプロジェクト機能が使えない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指示文の先頭に貼る「前提ブロック」で代替します。有料化を勧めるのは第11回。ここで勧めると売り込みに見えます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5要素が面倒だと言われる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面倒で構いません。5本だけ作れば終わりです。毎回書くものではないことを、その場で実演して見せます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ご自身の実案件を題材に。講師は口頭で誘導し、入力はしません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前提を、設定に移す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毎回書いている会社の説明を、全部の会話に自動で効く場所に入れます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箱をつくって、5本ためる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業務ごとの箱に資料と会話をまとめ、保存場所を決めます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デスクトップかクラウドか。次に開く場所が決まっていないと使われません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講師が代わりに入力しないこと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は「見ていて歯がゆい」場面が必ず来ます。そこで手を出すと、受講者は自分で書けるようになりません。待つのが仕事だと割り切ってください。操作を代わった瞬間、その技能は受講者に残りません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ある会社では、社長のカスタム指示に「当社は◯◯を売っている／顧客は△△／敬語は硬めに」の3行を入れただけで、以後の全会話の手直しが半分になりました。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明日から1週間、その業務は必ずこの箱の中でやる。新しい会話を開かない。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箱の中で作業する習慣がつくと、資料も履歴も自動でたまります。逆にここで新しい会話を開く癖が残ると、第5回で作る専用AIも使われずに終わります。1週間だけ、意識してみてください。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2026-09-11T16:05:38Z</dcterms:created>
  <dcterms:modified xsi:type="dcterms:W3CDTF">2026-09-11T16:05:38Z</dcterms:modified>
</cp:coreProperties>
</file>