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前回の宿題（指示文をもう一度使ったか）を確認してから表紙に入る。使っていなければ責めず、この場で一緒にやる。使っていた場合は、そのときの手応えを必ず聞く。ここが今日の導入になる。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3行とも、受講者本人に心当たりがある話。読み上げるより「思い当たりませんか」と聞いたほうが早い。2行目でうなずいたら、そこから本題に入ってよい。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「新しいことを覚える回ではない」と最初に言う。すでに使えている人ほど、入門扱いされると身構える。作り直す、という言い方を通す。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5要素を上から説明しない。受講者が普段打っている雑な指示を1つ出してもらい、目の前で5要素に分解して見せる。「役割が抜けていますね」と指摘するだけで、この表の意味が一瞬で伝わる。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実物を見せる時間。読み上げず、制約の行だけ指差して「ここが効きます」と言う。600字以内、という数字が入っているかどうかで結果が変わることを、次のデモで実証する。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必ず失敗例から。自分の失敗として話す。「私も最初はこう打っていました」と言えると、受講者は自分の失敗を話しやすくなる。出力を全部読み上げない。3秒眺めて「送れますか？」と聞くだけでよい。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改善版を見せたあと、必ず受講者自身の手で再現させる。見ただけの人は翌週やらない。ここで1本できたら、それがプロンプト集の1本目になる。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2つ目（有料プラン）は特に注意。ここで契約を勧めると売り込みに見え、以後の信頼に響く。「無料のままでもこうすればできます」を先に示す。費用の話は第11回。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1つ目は必ず出る。面倒であることを否定せず、『面倒なのは最初の1本だけ』と数で答える。2つ目は、長文プロンプトを自慢げに見せてくる受講者にも効く。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プロジェクトが無料プランで使えない場合は、ここで代替（前提ブロック）の名前を付けておくと以後の会話が楽になる。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3ステップのうち、時間が足りなければ3つ目を削る。カスタム指示までは必ず終わらせる。ここが今日の分かれ目で、これがあるだけで次回以降の演習速度が変わる。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保存場所は必ず開いて見せてもらう。「デスクトップのどこか」では次回見つからない。フォルダ名まで決める。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事例の3行は、実際に紙に書いて渡すくらいでよい。受講者のカスタム指示がそれに近い形になっていれば、この回は成功。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『宛先が変わる』は次回の核心。ここで予告しておくと、次回の冒頭で腹落ちが早い。渡す社員1名を、今日のうちに決めてもらう。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「新しい会話を開かない」は制約に聞こえるが、実際にやると楽になることを伝える。1週間後に効果を聞くと、ほぼ全員が「探す時間が減った」と答える。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今のChatGPTの使い方を作り直す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毎回ゼロから打つのを、やめます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自社の指示文 5本／カスタム指示／プロジェクト1つ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うまくいった指示が、翌日にはもう見つからない。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毎回、同じ会社の説明を打ち直している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良い答えが出たのに、その指示文がどこにあるか分からない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だから、いつまで経っても自分の中にしか蓄積されない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問題は使い方の巧拙ではありません。会話が使い捨てになっていることです。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同じ説明を毎回打たなくて済む状態にします。うまくいった結果が、次回も使える形で残ります。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今日は新しいことを覚える回ではありません。すでにできている使い方を、資産が残る形に組み替えます。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 — 5つの要素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84160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84160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誰として答えるか。抜けると一般論しか出ません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485339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635301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63530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558491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558491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自社・相手・状況。抜けると毎回説明し直すことになります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2790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521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3521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してほしいこと。動詞を1つに絞ります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0727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222699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22269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1458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1458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文字数・トーン・使ってはいけない表現。抜けると手直しが増えます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4866437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501639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14984" y="501639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4939589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888382" y="4939589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箇条書きか、表か、メール本文そのままか。抜けると貼り付けられません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抜けている要素が、そのまま不満の正体です。「なんとなく違う」は、たいてい前提か出力形式の欠落です。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5要素を、実物で見ます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 No.07　値上げのお願い文（製造業・記入例）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あなたは金属加工業の営業担当です。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取引15年の建設会社が相手。材料費が前年比18%上昇。値上げ幅は8%。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値上げのお願い文を作ってください。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関係を壊さない／根拠の数字を入れる／600字以内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件名＋本文。丁寧語。押しつけがましくしない。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この5行を一度書けば、次からは前提の数字だけ差し替えて使えます。今日つくるのは、こういうものを5本です。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「見積書の送付メールを書いて」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・当たり障りのない、一般的な文面が出る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・会社名も取引経緯も入っていない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・結局、自分で7割書き直す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・明日もまた、同じことを打つ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出てきた文面が悪いのではありません。判断材料を渡していないので、AIは無難な方に寄せるしかありません。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情報を渡していない指示に、良い答えは返りません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5要素を入れた指示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役割・前提・依頼・制約・出力形式を入れた5行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・そのまま送れる文面が出る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・直すのは固有名詞と金額だけ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・この指示文を保存して、次回は前提だけ差し替える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・3回目には、書く時間が10分の1になる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1本目は書くのに5分かかります。2本目からは1分です。5本作れば、日常の文書業務のほとんどが埋まります。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面倒なのは最初の1本だけ。あとはコピーして直すだけ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カスタム指示に何を書けばいいか分からない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「会社案内を読んだ人が知っていること」を書けばよい、と言い換えます。会社概要をそのまま貼っても構いません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無料プランでプロジェクト機能が使えない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指示文の先頭に貼る「前提ブロック」で代替します。有料化を勧めるのは第11回。ここで勧めると売り込みに見えます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5要素が面倒だと言われる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面倒で構いません。5本だけ作れば終わりです。毎回書くものではないことを、その場で実演して見せます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「毎回5要素を書くのは面倒では」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毎回は書きません。5本作れば、あとは前提の数字を差し替えるだけです。今日その5本を作ります。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「長く書けば書くほどいいのですか」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違います。抜けている要素を足すのが効きます。長さではなく、判断材料が揃っているかどうかです。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「他の人が作った指示文を使ってもいいですか」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使えますが、前提が自社のものではないので、結局書き直すことになります。自社の前提を足すところが仕事です。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全部の会話に自動で効く前提設定。会社の自己紹介を毎回書かずに済みます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会話と資料をまとめておく箱。業務ごとに分けて使います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AIが一度に読める情報量。長くなるほど前の話を取りこぼします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5要素で1本書く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ご自身の実案件を題材に。講師は口頭で誘導し、入力はしません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前提を、設定に移す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毎回書いている会社の説明を、全部の会話に自動で効く場所に入れます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箱をつくって、5本ためる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業務ごとの箱に資料と会話をまとめ、保存場所を決めます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どこに保存するか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デスクトップかクラウドか。次に開く場所が決まっていないと使われません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いつ増やすか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うまくいった指示が出たら、その場で追加する。週末にまとめて、は続きません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誰に見せるか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第3回で社員1名に渡します。今日その1名を決めておきます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講師が代わりに入力しないこと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では「見ていて歯がゆい」場面が必ず来ます。そこで手を出すと、受講者は自分で書けるようになりません。待つのが仕事だと割り切ってください。操作を代わった瞬間、その技能は受講者に残りません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カスタム指示に「当社は何を売っているか／顧客は誰か／敬語の硬さ」の3行を入れるだけで、以後の手直しが目に見えて減る。効くのは長さではなく、毎回書いていた前提を1度で済ませること。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次回は「文書とコミュニケーションのAI化」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次回から、成果物の宛先が変わります。社長ご自身ではなく、社員の方が使うものを作ります。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1週間、その業務は必ず箱の中でやる。新しい会話を開かない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・社内で量の多い文書3種の実物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・最初に渡す社員の方を1名決めておく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明日から1週間、その業務は必ずこの箱の中でやる。新しい会話を開かない。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箱の中で作業する習慣がつくと、資料も履歴も自動でたまります。逆にここで新しい会話を開く癖が残ると、第5回で作る専用AIも使われずに終わります。1週間だけ、意識してみてください。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今のChatGPTの使い方を作り直す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2026-09-12T03:05:51Z</dcterms:created>
  <dcterms:modified xsi:type="dcterms:W3CDTF">2026-09-12T03:05:51Z</dcterms:modified>
</cp:coreProperties>
</file>