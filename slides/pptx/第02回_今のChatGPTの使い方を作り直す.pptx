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今日は新しいことを覚える回ではなく、いまの使い方を作り直す回です。
【ゴール】同じ説明を毎回打たなくて済む状態にします。うまくいった結果が、次回も使える形で残ります。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今日は新しいことを覚える回ではなく、いまの使い方を作り直す回です。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64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1912010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19120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2571293"/>
            <a:ext cx="10607040" cy="64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2700223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27002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662733"/>
            <a:ext cx="3394253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2662733"/>
            <a:ext cx="5963717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359506"/>
            <a:ext cx="10607040" cy="64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450946"/>
            <a:ext cx="3394253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3450946"/>
            <a:ext cx="5963717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147718"/>
            <a:ext cx="10607040" cy="64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272" y="4276649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33272" y="42766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4239158"/>
            <a:ext cx="3394253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46243" y="4239158"/>
            <a:ext cx="5963717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4935931"/>
            <a:ext cx="10607040" cy="64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3272" y="5064862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272" y="506486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645920" y="5027371"/>
            <a:ext cx="3394253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146243" y="5027371"/>
            <a:ext cx="5963717" cy="4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同じ依頼を、2通りで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「見積書の送付メールを書いて」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当たり障りのない文面が出る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結局、自分で書き直す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明日もまた同じことを打つ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そのまま送れる文面が出る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直すのは固有名詞だけ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この指示文を保存して再利用する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毎回書いている会社の説明を、自動で効く場所に入れます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面倒でかまいません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5要素を毎回書く必要はありません。5本だけ作れば、あとはコピーして直すだけになります。今日つくるのは、その5本です。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