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議事録を全文書き起こしからではなく、箇条書きメモ＋AIで整形する形に変えました。効果は会議後30分が5分に。ただ、それより大きかったのは「議事録が必ず当日中に出る」ようになったこと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