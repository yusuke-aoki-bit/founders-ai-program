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前回の宿題（箱の中で1週間作業したか）の確認から入る。履歴を画面に出してもらうと一目で分かる。できていれば、探す時間が減った実感を言語化してもらう。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「社長だけが速くなっても会社は変わらない」は、経営者に最も刺さる一文。ここで社内展開のスイッチが入る。ただし全社展開はまだ早い、と釘を刺しておく。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今日から成果物の宛先が変わる、と明示する。これまでは自分用、今日からは他人が使うもの。設計の基準が変わることを先に伝える。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3分類のうち、非定型の危険性を最も強調する。謝罪文をAIに丸投げして事故った例は、どの業界にもある。ここで「任せてよい度」を判断する感覚を渡す。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5行のうち、3行目（必ず人が見る）が最も重要。これがないテンプレートを社員に渡すと、いつか金額の間違いがそのまま外に出る。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受講者自身が「自社らしくない」と感じた経験を先に聞き出してから、この失敗例に入る。実感が先にあると、次の改善例の効果が跳ね上がる。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この回でいちばん喜ばれる場面。実際に送った文書3通を読ませて、その場で文体が変わるところを見せる。受講者が声を上げることが多い。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1つ目が最頻。「まだ早い」の裏には、社員に馬鹿にされたくない気持ちがあることが多い。だから1名だけ、前向きな人に、と絞る。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1つ目が最頻。『使ってくれない』を社員のせいにしないで、渡し方の設計に戻す。2つ目は意外に気にされる。文体を合わせる実演を思い出してもらう。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3分類は、この先ずっと使う共通言語になる。ここで名前を付けておくと、第5回・第9回で参照できる。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3つ目（渡し方の一言）を飛ばさない。ここを飛ばすと、テンプレートは共有フォルダに置かれたまま誰にも使われない。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渡す相手を実名で決めさせる。「事務の誰か」では渡らない。その場で名前を書いてもらう。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録画を止める運用は、この回で必ず提案する。安心して実物を出せる状態を作れるかどうかが、第5回以降の質を決める。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数字の表を忘れてくる受講者が多い。3日前のリマインドで、ファイル名まで指定して依頼する。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感想は「よかった」で終わらせず、使いにくかった点を1つ持ち帰ってもらうよう頼む。それが第4回の冒頭15分の材料になる。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96012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B9B0A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経営者のための AI実装講座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3716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 3 回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286000"/>
            <a:ext cx="10607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文書とコミュニケーションのAI化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35204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はじめて、社員に渡せるものを作ります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77240" y="4343400"/>
            <a:ext cx="10607040" cy="96012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4480560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この回で手元に残るもの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4754880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指示文 10本／社員が使える文書テンプレート3種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今日の出発点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社長だけが使えても、会社は変わりません。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83080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783080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783080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前回までで、社長ご自身は速くなった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77240" y="2624328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51560" y="2624328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508760" y="2624328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ただ、社内で使えるのはまだ社長だけ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77240" y="3465576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3465576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3465576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文書業務は量が多く、社員に渡しやすい。ここが最初の展開先になります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77240" y="4526280"/>
            <a:ext cx="10607040" cy="91440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143000" y="452628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今日つくるのは、社長がいなくても使えるものです。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　文書とコミュニケーションのAI化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出発点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今日のゴール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43000"/>
            <a:ext cx="9864547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週に1回以上やっている文書業務を1つAI化し、社員の方が使える形にします。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3063240"/>
            <a:ext cx="10607040" cy="18288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3291840"/>
            <a:ext cx="93341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前回つくった型を、社内でいちばん量の多い文書に広げます。今日から成果物の宛先が変わります。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777240" y="4754880"/>
            <a:ext cx="10607040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0-15分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前回の宿題を実物で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008376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15-35分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3008376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テーマとデモ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056632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35-90分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5056632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一緒に手を動かす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104888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90-105分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7104888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153144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105-120分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9153144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宿題・記録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　文書とコミュニケーションのAI化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ゴール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文書は3種類に分かれます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00784"/>
            <a:ext cx="106070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4984" y="2112264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14984" y="21122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1773936"/>
            <a:ext cx="318211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定型 — ほぼ任せてよい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4888382" y="1773936"/>
            <a:ext cx="626729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送付状・定例案内・日報。ほぼ丸ごと生成できます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77240" y="3017520"/>
            <a:ext cx="106070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4984" y="3429000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14984" y="3429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600200" y="3090672"/>
            <a:ext cx="318211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半定型 — 下書きまで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4888382" y="3090672"/>
            <a:ext cx="626729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提案書・議事録・顧客への回答。判断は人が入れます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77240" y="4334256"/>
            <a:ext cx="106070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14984" y="4745736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14984" y="47457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600200" y="4407408"/>
            <a:ext cx="318211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非定型 — 構成案だけ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4888382" y="4407408"/>
            <a:ext cx="626729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謝罪・条件交渉・人事の通知。本文は人が書きます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566928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非定型を丸ごと任せて事故るのが、社内でAI不信が生まれる最短ルートです。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　文書とコミュニケーションのAI化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他人が使えるテンプレートの条件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10607040" cy="3401568"/>
          </a:xfrm>
          <a:prstGeom prst="rect">
            <a:avLst/>
          </a:prstGeom>
          <a:solidFill>
            <a:srgbClr val="FFFFFF"/>
          </a:solidFill>
          <a:ln w="15875">
            <a:solidFill>
              <a:srgbClr val="2F4F6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691640"/>
            <a:ext cx="10607040" cy="457200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1709928"/>
            <a:ext cx="10058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社内文書テンプレート（記入例：問い合わせへの一次回答）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331720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用途の1行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3291840" y="2331720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初回問い合わせに、24時間以内に返す一次回答をつくる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862072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差し替える箇所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291840" y="2862072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【会社名】【担当者名】【問い合わせ内容の要約】【回答期日】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392424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必ず人が見る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291840" y="3392424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金額に触れる場合は、送信前に社長が確認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3922776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使う人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291840" y="3922776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事務1名（不在時は営業）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453128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置き場所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291840" y="4453128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共有フォルダ ＞ 定型文 ＞ 01_一次回答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5239512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この5行がないテンプレートは、渡しても使われません。指示文の出来より、渡し方の設計のほうが定着を決めます。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　文書とコミュニケーションのAI化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文体が自社らしくならない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EDE7DB"/>
          </a:solidFill>
          <a:ln w="15875">
            <a:solidFill>
              <a:srgbClr val="8A817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「丁寧なお断りのメールを書いて」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・文法的には正しい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・ただ、うちの言い方ではない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・毎回、語尾と言い回しを直している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・直す時間のほうが長くなる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4DF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AIは平均的な日本語を出します。自社の言葉づかいは、渡していないので再現できません。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8A81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「自社らしくない」の正体は、見本を渡していないこと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　文書とコミュニケーションのAI化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過去の文書を3本読ませる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FFFFFF"/>
          </a:solidFill>
          <a:ln w="15875">
            <a:solidFill>
              <a:srgbClr val="3B6B4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「この3通の文体に合わせて、お断りの返信を書いて」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・語尾と距離感が自社のものになる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・直すのは中身だけになる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・社員が書いても、同じ文体で出せる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・結果として、会社の文書が揃う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7F0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受講者がいちばん手応えを感じる場面です。3本でよいので、実際に送った文書を使ってください。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文体は説明するものではなく、見本で渡すもの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　文書とコミュニケーションのAI化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つまずきやすいところ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この回で、よく起きること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3736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121408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社員に渡すのをためらう（まだ早い、と言われる）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762549" y="1847088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0807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080760" y="2121408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1名だけ、しかも前向きな方に絞ります。第1回で聞き取った推進候補者の出番です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77240" y="2944368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328416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議事録の精度が低い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762549" y="3054096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0807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6080760" y="3328416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録音の質と話者の重なりが原因。要約の前に「登場人物と議題」を先に伝えるだけで大きく変わります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77240" y="4151376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515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4535424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テンプレートが増えすぎる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762549" y="4261104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0807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6080760" y="4535424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3種で止めます。10種作っても、使われるのは結局2〜3種です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　文書とコミュニケーションのAI化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想定問答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この回で、よく聞かれること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37360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37360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7280" y="1828800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「社員が使ってくれなかったらどうしますか」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231136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渡し方の問題であることがほとんどです。用途の1行と、確認事項が書かれていないテンプレートは使われません。今日その3条件を入れます。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3035808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3035808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97280" y="3127248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「AIが書いた文章だと、相手に分かりますか」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529584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自社の文書3本を読ませて文体を合わせれば、まず分かりません。むしろ、社内で文書の質が揃うほうが効果として大きくなります。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334256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7240" y="4334256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97280" y="4425696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「議事録の精度が低いのですが」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828032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録音の質と、話者の重なりが原因です。要約の前に登場人物と議題を先に伝えるだけで、大きく変わります。今日やってみます。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　文書とコミュニケーションのAI化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想定問答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用語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今日出てきた言葉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82880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192024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定型／半定型／非定型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065422" y="195681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383634" y="192024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任せてよい度の3分類。非定型を丸ごと任せると事故ります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306324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97280" y="315468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テンプレート化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065422" y="319125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383634" y="315468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他人が使える形にすること。指示文の出来より、渡し方の設計が定着を決めます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29768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97280" y="438912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文体の見本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065422" y="442569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383634" y="438912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過去の自社文書3本。説明するより、見せるほうが速く伝わります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562356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配布した用語辞典にも同じものが載っています。覚える必要はありません。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　文書とコミュニケーションのAI化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用語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今日、一緒にやること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55分。操作するのはご自身です。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実物を3種、テンプレート化する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お持ちいただいた文書をそのまま使います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8912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6344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1つは、社員に渡す前提で作る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用途の1行・差し替え箇所・確認事項の5行を必ず入れます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00100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7532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7532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27532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渡し方の一言まで決める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827532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誰に、どう説明して渡すか。ここまで決めないと使われません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　文書とコミュニケーションのAI化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帰る前に決めること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ここを決めないと、持ち帰っても使われません。紙に書きます。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0312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10312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43000" y="217627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誰に渡すか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006901" y="217627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実名で決めます。前向きな方1名から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315468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7240" y="315468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143000" y="322783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いつ渡すか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006901" y="322783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来週中。渡すときの一言も、その場で決めます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420624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7240" y="420624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143000" y="427939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どう聞き返すか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006901" y="427939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「使ってみてどうだった」を1週間後に聞く。感想を第4回に持ってきていただきます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　文書とコミュニケーションのAI化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組み込み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09728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この回から、機密資料が出てきます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2148840"/>
            <a:ext cx="64008" cy="219456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88720" y="2148840"/>
            <a:ext cx="9966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16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録画にどこまで映してよいか、事前に確認してください。「この区間は録画を止めます」という運用にしておくと、受講者は安心して実物を出せます。実物が出るかどうかで、この講座の価値は倍変わります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777240" y="4709160"/>
            <a:ext cx="10607040" cy="96012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480060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よくある型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5029200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議事録は、全文の書き起こしより「箇条書きメモ＋整形」のほうが早い。ただし本当に効くのは時間ではなく、当日中に必ず出るようになること。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　文書とコミュニケーションのAI化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次回は「数字と判断のAI化」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9546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次回は、文章の道具から判断を助ける道具へ。ただし計算はさせません。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2240280"/>
            <a:ext cx="4985309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2377440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次回までにやること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2743200"/>
            <a:ext cx="4436669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テンプレート1本を社員1名に渡し、感想を聞いてくる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98971" y="2240280"/>
            <a:ext cx="4985309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673291" y="2377440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次回の持ち物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6673291" y="2743200"/>
            <a:ext cx="4436669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・直近12か月の月次数値（Excel等）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673291" y="3474720"/>
            <a:ext cx="4436669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・前月の会議資料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800600"/>
            <a:ext cx="10607040" cy="77724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97280" y="480060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この内容は、次回の3日前にあらためてお送りします。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　文書とコミュニケーションのAI化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128016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今日の宿題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6916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ひとつだけ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77240" y="2651760"/>
            <a:ext cx="10607040" cy="137160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34440" y="27432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テンプレート1本を社員1名に渡し、実際に使ってもらって感想を聞いてくる。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42976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なぜこの宿題か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4572000"/>
            <a:ext cx="95463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35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社員の反応が、第6回のお披露目の材料になります。うまくいかなかった場合こそ貴重です。何が使いにくかったのかを、そのまま聞いてきてください。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6382512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55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　文書とコミュニケーションのAI化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第3回 文書とコミュニケーションのAI化</dc:title>
  <dc:subject>PptxGenJS Presentation</dc:subject>
  <dc:creator>経営者のためのAI実装講座</dc:creator>
  <cp:lastModifiedBy>経営者のためのAI実装講座</cp:lastModifiedBy>
  <cp:revision>1</cp:revision>
  <dcterms:created xsi:type="dcterms:W3CDTF">2026-09-12T00:20:04Z</dcterms:created>
  <dcterms:modified xsi:type="dcterms:W3CDTF">2026-09-12T00:20:04Z</dcterms:modified>
</cp:coreProperties>
</file>