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前回の宿題（箱の中で1週間作業したか）の確認から入る。履歴を画面に出してもらうと一目で分かる。できていれば、探す時間が減った実感を言語化してもらう。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「社長だけが速くなっても会社は変わらない」は、経営者に最も刺さる一文。ここで社内展開のスイッチが入る。ただし全社展開はまだ早い、と釘を刺しておく。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今日から成果物の宛先が変わる、と明示する。これまでは自分用、今日からは他人が使うもの。設計の基準が変わることを先に伝える。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3分類のうち、非定型の危険性を最も強調する。謝罪文をAIに丸投げして事故った例は、どの業界にもある。ここで「任せてよい度」を判断する感覚を渡す。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5行のうち、3行目（必ず人が見る）が最も重要。これがないテンプレートを社員に渡すと、いつか金額の間違いがそのまま外に出る。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受講者自身が「自社らしくない」と感じた経験を先に聞き出してから、この失敗例に入る。実感が先にあると、次の改善例の効果が跳ね上がる。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この回でいちばん喜ばれる場面。実際に送った文書3通を読ませて、その場で文体が変わるところを見せる。受講者が声を上げることが多い。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1つ目が最頻。「まだ早い」の裏には、社員に馬鹿にされたくない気持ちがあることが多い。だから1名だけ、前向きな人に、と絞る。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1つ目が最頻。『使ってくれない』を社員のせいにしないで、渡し方の設計に戻す。2つ目は意外に気にされる。文体を合わせる実演を思い出してもらう。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3分類は、この先ずっと使う共通言語になる。ここで名前を付けておくと、第5回・第9回で参照できる。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3つ目（渡し方の一言）を飛ばさない。ここを飛ばすと、テンプレートは共有フォルダに置かれたまま誰にも使われない。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渡す相手を実名で決めさせる。「事務の誰か」では渡らない。その場で名前を書いてもらう。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録画を止める運用は、この回で必ず提案する。安心して実物を出せる状態を作れるかどうかが、第5回以降の質を決める。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数字の表を忘れてくる受講者が多い。3日前のリマインドで、ファイル名まで指定して依頼する。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感想は「よかった」で終わらせず、使いにくかった点を1つ持ち帰ってもらうよう頼む。それが第4回の冒頭15分の材料になる。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社長だけが使えても、会社は変わりません。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前回までで、社長ご自身は速くなった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ただ、社内で使えるのはまだ社長だけ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文書業務は量が多く、社員に渡しやすい。ここが最初の展開先になります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今日つくるのは、社長がいなくても使えるものです。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週に1回以上やっている文書業務を1つAI化し、社員の方が使える形にします。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前回つくった型を、社内でいちばん量の多い文書に広げます。今日から成果物の宛先が変わります。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他人が使えるテンプレートの条件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社内文書テンプレート（記入例：問い合わせへの一次回答）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初回問い合わせに、24時間以内に返す一次回答をつくる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【会社名】【担当者名】【問い合わせ内容の要約】【回答期日】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必ず人が見る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金額に触れる場合は、送信前に社長が確認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事務1名（不在時は営業）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置き場所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共有フォルダ ＞ 定型文 ＞ 01_一次回答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この5行がないテンプレートは、渡しても使われません。指示文の出来より、渡し方の設計のほうが定着を決めます。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文体が自社らしくならない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「丁寧なお断りのメールを書いて」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・文法的には正しい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・ただ、うちの言い方ではない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・毎回、語尾と言い回しを直している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・直す時間のほうが長くなる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AIは平均的な日本語を出します。自社の言葉づかいは、渡していないので再現できません。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「自社らしくない」の正体は、見本を渡していないこと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「この3通の文体に合わせて、お断りの返信を書いて」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・語尾と距離感が自社のものになる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・直すのは中身だけになる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・社員が書いても、同じ文体で出せる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・結果として、会社の文書が揃う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受講者がいちばん手応えを感じる場面です。3本でよいので、実際に送った文書を使ってください。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文体は説明するものではなく、見本で渡すもの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社員に渡すのをためらう（まだ早い、と言われる）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1名だけ、しかも前向きな方に絞ります。第1回で聞き取った推進候補者の出番です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議事録の精度が低い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録音の質と話者の重なりが原因。要約の前に「登場人物と議題」を先に伝えるだけで大きく変わります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テンプレートが増えすぎる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3種で止めます。10種作っても、使われるのは結局2〜3種です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「社員が使ってくれなかったらどうしますか」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渡し方の問題であることがほとんどです。用途の1行と、確認事項が書かれていないテンプレートは使われません。今日その3条件を入れます。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「AIが書いた文章だと、相手に分かりますか」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自社の文書3本を読ませて文体を合わせれば、まず分かりません。むしろ、社内で文書の質が揃うほうが効果として大きくなります。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「議事録の精度が低いのですが」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録音の質と、話者の重なりが原因です。要約の前に登場人物と議題を先に伝えるだけで、大きく変わります。今日やってみます。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定型／半定型／非定型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任せてよい度の3分類。非定型を丸ごと任せると事故ります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他人が使える形にすること。指示文の出来より、渡し方の設計が定着を決めます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文体の見本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過去の自社文書3本。説明するより、見せるほうが速く伝わります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実物を3種、テンプレート化する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用途の1行・差し替え箇所・確認事項の5行を必ず入れます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誰に渡すか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実名で決めます。前向きな方1名から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いつ渡すか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来週中。渡すときの一言も、その場で決めます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どう聞き返すか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「使ってみてどうだった」を1週間後に聞く。感想を第4回に持ってきていただきます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この回から、機密資料が出てきます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にどこまで映してよいか、事前に確認してください。「この区間は録画を止めます」という運用にしておくと、受講者は安心して実物を出せます。実物が出るかどうかで、この講座の価値は倍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議事録は、全文の書き起こしより「箇条書きメモ＋整形」のほうが早い。ただし本当に効くのは時間ではなく、当日中に必ず出るようになること。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次回は「数字と判断のAI化」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次回は、文章の道具から判断を助ける道具へ。ただし計算はさせません。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テンプレート1本を社員1名に渡し、感想を聞いてくる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・直近12か月の月次数値（Excel等）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・前月の会議資料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社員の反応が、第6回のお披露目の材料になります。うまくいかなかった場合こそ貴重です。何が使いにくかったのかを、そのまま聞いてきてください。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2026-09-12T01:59:06Z</dcterms:created>
  <dcterms:modified xsi:type="dcterms:W3CDTF">2026-09-12T01:59:06Z</dcterms:modified>
</cp:coreProperties>
</file>