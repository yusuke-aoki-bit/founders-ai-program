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前回つくった型を、社内でいちばん量の多い文書に広げます。
【ゴール】週に1回以上やっている文書業務を、1つAI化します。社員の方が使える形にします。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週に1回以上やっている文書業務を、1つAI化します。社員の方が使える形にします。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自社らしくないと感じたら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よくある状態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文章は正しいが、うちの言い方ではない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毎回、語尾と言い回しを直している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直す時間のほうが長くなる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「この文体に合わせて」と指示する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自社の言葉づかいを覚えさせる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直すのは中身だけになる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用途の1行・差し替え箇所【　】・確認事項の注意書きを必ず入れます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渡す相手は1名に絞ります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全社一斉は、ほぼ失敗します。前向きな方を1名だけ選んで、その方が楽になった事実を社内に見せるのが最短です。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