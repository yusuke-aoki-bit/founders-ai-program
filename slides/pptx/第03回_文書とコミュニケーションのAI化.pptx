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議事録は、全文の書き起こしより「箇条書きメモ＋整形」のほうが早い。ただし本当に効くのは時間ではなく、当日中に必ず出るようになること。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