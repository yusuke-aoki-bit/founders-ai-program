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お披露目で最も強く反対する人は、たいてい理由がいちばん具体的。推進役の候補として見ておくと、設計が現実的になる。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