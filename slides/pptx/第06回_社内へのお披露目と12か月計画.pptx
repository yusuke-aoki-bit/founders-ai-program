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この回だけ、参加者が違う。冒頭で講師から趣旨説明をして、社員の緊張をほぐす。「評価の場ではありません」と明言する。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社員に向けた導入。社長が何をやってきたかを、講師から3行で説明する。社長本人が話し始める前の助走をつくる。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「今日の主役は社長です」と言い切る。講師は司会と補佐に回ることを、社員の前で宣言しておくと、このあと社長が話しやすくなる。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社長に話してもらう。講師はスライドを送るだけ。4項目それぞれ、どの業務から生まれたかを社長の言葉で。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ロードマップは社員退席後に完成させるが、枠組みだけここで見せる。「やめる基準」の行を指差して、無理には続けないことを社員に伝えると安心される。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4つの質問は、聞かれる前にこちらから出す。先回りして出すと、場の空気が一気にほぐれる。ここは講師が読み上げてよい。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1つ目（人が減らされるのか）だけは、必ず社長に答えていただく。事前の壁打ちで準備済みのはず。講師は口を出さない。残り3つは講師が事実を示してよい。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反発が出たら記録に徹する。その場で論破しない。出た不安は第11回の体制設計の入力になる。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3問とも社員向け。1つ目は社長に答えていただく。2つ目・3つ目は講師が答えてよい。特に3つ目は、負担が小さいことを具体的に示すと空気が変わる。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社員向けの言い換え。専門用語を使わない。ここで配る用語辞典は、受講者用のものと同じで構わない。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社員がいる時間は1時間強。ロードマップ作成は退席後。時間配分を間違えると、社員の前で内輪の作業を始めることになる。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第12回の日程を、社員がいるこの場で押さえる。後から調整すると、また集まらない。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事前の壁打ち（1週間前・別枠30分）を省略しない。ここを飛ばすと当日が崩れる。特にこの質問への答えは、必ず声に出して練習してもらう。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社員退席後に話す。上級編に進むかどうかの判断も、ここで確認する。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社長の宿題。1つだけ、を強調する。ロードマップ全部を動かそうとして、結局何も動かない会社が多い。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6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社内へのお披露目と12か月計画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社員のみなさんと一緒に見る回です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12か月ロードマップ／社内説明の完了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ここまでは、社長と講師だけの話でした。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作ったものは動いている。ただ、知っているのは社長だけ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社員から見ると、何が起きているのか分からない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だから今日は、社長ご自身の言葉で説明していただきます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今日、社内に開きます。閉じたままだと、この先は止まります。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社長ご自身の言葉で、社員のみなさんに「うちはAIをこう使う」を説明します。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今日の主役は講師ではありません。説明するのは社長です。講師は、みなさんからのご質問にお答えする役に回ります。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61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615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趣旨説明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667000" y="4873752"/>
            <a:ext cx="161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5-20分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667000" y="5111496"/>
            <a:ext cx="1615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社長からの発表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373880" y="4873752"/>
            <a:ext cx="161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20-45分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373880" y="5111496"/>
            <a:ext cx="1615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実物のデモ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080760" y="4873752"/>
            <a:ext cx="161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45-75分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080760" y="5111496"/>
            <a:ext cx="1615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社員との質疑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787640" y="4873752"/>
            <a:ext cx="161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75-105分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787640" y="5111496"/>
            <a:ext cx="1615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494520" y="4873752"/>
            <a:ext cx="161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9494520" y="5111496"/>
            <a:ext cx="1615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この5回で作ったもの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94081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94081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自社の指示文 15本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毎回ゼロから打つのをやめ、蓄積する形にしました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683764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93293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93293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756916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社員が使える文書テンプレート 3種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756916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すでに1名に使っていただいています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675888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92506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9250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749040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749040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計算は表計算、意味はAI、と役割を分けてあります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668012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91718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91718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741164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自社資料を読んで答えるAI 1つ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741164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資料にないことは答えない設定にしてあります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どれも、御社の実際の業務から作ったものです。よそから買ってきたものは1つもありません。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12か月の進め方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AI化ロードマップ（各期に担当者と「やめる基準」を必ず書く）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0〜3か月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定着させる。いま動いているものを、毎日使う状態にする。増やさない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4〜6か月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広げる。使う人と業務を増やす。渡す相手を1名ずつ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7〜9か月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つなげる。手作業の転記をなくす。止まったら気づく仕組みも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10〜12か月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測る。品質と効果を数字にして、次の1年を決める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各期に書くこと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担当者の実名／必要な費用／やめる判断の基準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「やめる基準」を書くのが要です。始める基準しか書かれていない計画は、うまくいかなかったときに誰も止められません。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みなさんが気にされていること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社員のみなさんからよく出るご質問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・これで人が減らされるのか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・入力した情報は外に漏れないのか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・間違えたら誰の責任になるのか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・使わなくてもいいのか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どれも当然の疑問です。この場で曖昧にすると、現場では「よく分からないもの」として扱われ、結局使われません。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不安を言葉にしないまま進むと、必ず後で止まります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この場でお答えします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社長からの回答＋事実の提示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・減らす話ではなく、空いた時間を何に移すかの話です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・契約と設定の事実を、いまこの場でお見せします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・確認する場所を決めてあります。ルールはA4一枚です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・会社としての方針を、いまお伝えします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この4つに、はっきり答えられるかどうかで、来月から使われるかが決まります。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答えを持って臨めば、反対意見は設計の材料になります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社員が集まらない／1名しか来ない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人数より、その1名が推進候補かどうかです。少なければ形式を座談会に変えます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発表中に社長が固まる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講師が質問を挟んで話を引き出します。代わりに説明してはいけません。講師が主役になった瞬間、AIは「外の人のもの」になります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強い反発が出る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遮りません。全部出させます。反発が出た回のほうが、後の定着はよくなります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みなさんから、よくいただくご質問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「自分の仕事は、いつAIに置き換わりますか」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置き換える予定はありません。今日お見せしたのは、下書きと転記の部分です。判断と交渉は、これまで通りみなさんの仕事です。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「間違った答えが出たら、どう見分ければいいですか」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資料にないことは『記載がありません』と答える設定にしてあります。金額と日付だけは、必ず人が確認する決まりです。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「使い方を覚える時間がありません」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覚えることはほとんどありません。テンプレートの【　】を埋めるだけです。最初の1回だけ、隣で一緒にやります。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出てきた言葉（社員のみなさん向け）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差し替える箇所が【　】になっている定型文。そこだけ埋めれば使えます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専用AI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自社の資料を読んで答えるAI。資料にないことは答えません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利用ルール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入れてはいけない情報と、確認が必要な業務を書いたA4一枚。今日お配りします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社員同席・発表を含む。操作するのはご自身です。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作ったものをお見せする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実際に動かします。すでに使っている社員の方がいれば、その方に話していただきます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ご質問・ご意見をうかがう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否定的なご意見ほど、丁寧に記録します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12か月の方針を決める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社員退席後に、ロードマップをその場で完成させます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この場で決めること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次に渡す相手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0〜3か月で誰に広げるか。実名で決めます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困ったときの相談先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社内の誰に聞けばよいかを、社員に明示します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次に集まる日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第12回の社内お披露目の日程を、いまこの場で押さえます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「人が減らされるのか」に、講師が答えてはいけません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質問は必ず出ます。そして、社長ご自身が答えたかどうかを社員は見ています。講師が代わりに答えると、それは外部の人の言い分になり、誰も信じません。事前の壁打ちで、この質問への答えを必ず準備しておいてください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お披露目で最も強く反対する人は、たいてい理由がいちばん具体的。推進役の候補として見ておくと、設計が現実的になる。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次回は「手作業のつなぎ目をなくす（上級編）」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上級編に進みます。人が手で運んでいる部分を、自動で流れるようにします。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12か月ロードマップの0〜3か月を、1つだけ着手する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・社内のメール・ファイル共有の管理担当がどなたかを確認してくる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12か月ロードマップの0〜3か月に書いたことを、1つだけ着手する。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ロードマップは書いた時点では紙です。1つでも着手すると、計画が動いているものになります。増やさず、1つだけで構いません。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第6回 社内へのお披露目と12か月計画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2026-09-12T03:05:52Z</dcterms:created>
  <dcterms:modified xsi:type="dcterms:W3CDTF">2026-09-12T03:05:52Z</dcterms:modified>
</cp:coreProperties>
</file>