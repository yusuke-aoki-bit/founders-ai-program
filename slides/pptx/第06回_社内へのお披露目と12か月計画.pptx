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この5回で作ったものを、社内に開きます。ここから先は、会社の話になります。
【ゴール】社長ご自身の言葉で、社員のみなさんに「うちはAIをこう使う」を説明します。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ここは30秒で。今日の到達点だけ言って、すぐ本題へ。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先に結論を言わず、受講者の実物を題材にしてこの型に当てはめて見せる。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必ず左（失敗例）から。自分の失敗として話す。うまくいく例だけ見せると、受講者は自分の失敗を言わなくなる。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ここから講師は口頭指示のみ。画面を操作するのは必ず受講者。歯がゆくても手を出さない。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ここは資料を読み上げない。自分の言葉と、匿名事例で話す。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その場でカレンダーに入れてもらう。口頭の約束で終わらせない。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6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社内へのお披露目と12か月計画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社員のみなさんと一緒に見る回です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12か月ロードマップ／社内説明の完了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77724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280160"/>
            <a:ext cx="9758477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8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社長ご自身の言葉で、社員のみなさんに「うちはAIをこう使う」を説明します。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" y="342900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657600"/>
            <a:ext cx="9015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この5回で作ったものを、社内に開きます。ここから先は、会社の話になります。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484632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40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この5回で作ったもの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83896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3272" y="2010537"/>
            <a:ext cx="384048" cy="384048"/>
          </a:xfrm>
          <a:prstGeom prst="ellipse">
            <a:avLst/>
          </a:prstGeom>
          <a:solidFill>
            <a:srgbClr val="B04A2F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33272" y="201053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1874520"/>
            <a:ext cx="3394253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自社の指示文 15本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146243" y="1874520"/>
            <a:ext cx="5963717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毎回ゼロから打つのをやめ、蓄積する形にしました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2768346"/>
            <a:ext cx="10607040" cy="83896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3272" y="2995803"/>
            <a:ext cx="384048" cy="384048"/>
          </a:xfrm>
          <a:prstGeom prst="ellipse">
            <a:avLst/>
          </a:prstGeom>
          <a:solidFill>
            <a:srgbClr val="B04A2F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33272" y="299580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645920" y="2859786"/>
            <a:ext cx="3394253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社員が使える文書テンプレート 3種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146243" y="2859786"/>
            <a:ext cx="5963717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すでに1名に使っていただいています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3753612"/>
            <a:ext cx="10607040" cy="83896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33272" y="3981069"/>
            <a:ext cx="384048" cy="384048"/>
          </a:xfrm>
          <a:prstGeom prst="ellipse">
            <a:avLst/>
          </a:prstGeom>
          <a:solidFill>
            <a:srgbClr val="B04A2F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33272" y="398106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645920" y="3845052"/>
            <a:ext cx="3394253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月次レポートの雛形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146243" y="3845052"/>
            <a:ext cx="5963717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数字の意味をAIに語らせ、計算は表計算に任せます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77240" y="4738878"/>
            <a:ext cx="10607040" cy="83896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33272" y="4966335"/>
            <a:ext cx="384048" cy="384048"/>
          </a:xfrm>
          <a:prstGeom prst="ellipse">
            <a:avLst/>
          </a:prstGeom>
          <a:solidFill>
            <a:srgbClr val="B04A2F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33272" y="496633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645920" y="4830318"/>
            <a:ext cx="3394253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自社資料を読んで答えるAI 1つ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146243" y="4830318"/>
            <a:ext cx="5963717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資料にないことは答えない設定にしてあります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7150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どれも、御社の実際の業務から作ったものです。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40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みなさんが気になること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4983480" cy="356616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28800"/>
            <a:ext cx="4983480" cy="566928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188366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よく聞かれること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60604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これで人が減らされるのか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17296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入力した情報は外に漏れないのか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73989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間違えたら誰の責任か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430682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使わなくてもいいのか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0" y="1828800"/>
            <a:ext cx="4983480" cy="356616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828800"/>
            <a:ext cx="4983480" cy="566928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29400" y="188366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この場でお答えします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720840" y="260604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減らす話ではなく、時間を何に移すかの話です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317296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契約と設定の事実をお見せします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373989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確認する場所を決めてあります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720840" y="430682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会社としての方針をお伝えします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815584" y="3337560"/>
            <a:ext cx="512064" cy="512064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815584" y="33375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40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今日の流れ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627632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33832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48716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2F4F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487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03580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作ったものをお見せする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822192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実際に動かします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0" y="2240280"/>
            <a:ext cx="33832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48716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2F4F6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487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03580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ご質問・ご意見をうかがう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822192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反対意見こそ、この先の設計に必要です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01000" y="2240280"/>
            <a:ext cx="33832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48716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2F4F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487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303580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12か月の方針を決める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822192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定着 → 展開 → つなぐ → 測る。各期に担当と、やめる基準を書きます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82296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9546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否定的な意見ほど、丁寧に記録します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2331720"/>
            <a:ext cx="64008" cy="201168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331720"/>
            <a:ext cx="9966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70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最も強く反対した方が、後に推進担当になった会社があります。反対の理由がいちばん具体的だったため、設計が現実的になりました。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3716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743200"/>
            <a:ext cx="10607040" cy="146304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88036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12か月ロードマップの0〜3か月に書いたことを、1つだけ着手する。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5720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15分で終わる大きさにしてあります。できなかった回があっても構いません。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2回続いたら、宿題の出し方を見直します。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第6回 社内へのお披露目と12か月計画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2026-09-11T15:39:17Z</dcterms:created>
  <dcterms:modified xsi:type="dcterms:W3CDTF">2026-09-11T15:39:17Z</dcterms:modified>
</cp:coreProperties>
</file>