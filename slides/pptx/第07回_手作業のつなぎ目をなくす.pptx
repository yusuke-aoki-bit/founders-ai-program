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ここから上級編です。AIは点では使えています。点と点の間を消します。
【ゴール】人が手でつないでいた1工程を、自動で流れる状態にします。止まったら気づけるようにします。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ここは30秒で。今日の到達点だけ言って、すぐ本題へ。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先に結論を言わず、受講者の実物を題材にしてこの型に当てはめて見せる。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必ず左（失敗例）から。自分の失敗として話す。うまくいく例だけ見せると、受講者は自分の失敗を言わなくなる。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ここから講師は口頭指示のみ。画面を操作するのは必ず受講者。歯がゆくても手を出さない。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ここは資料を読み上げない。自分の言葉と、匿名事例で話す。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その場でカレンダーに入れてもらう。口頭の約束で終わらせない。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9601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経営者のための AI実装講座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71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 7 回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28600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手作業のつなぎ目をなくす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520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点で使う、から、流れで使うへ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4343400"/>
            <a:ext cx="10607040" cy="96012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448056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この回で手元に残るもの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75488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自動で流れる業務フロー 1本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77724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今日のゴール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280160"/>
            <a:ext cx="9758477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28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人が手でつないでいた1工程を、自動で流れる状態にします。止まったら気づけるようにします。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77240" y="3429000"/>
            <a:ext cx="10607040" cy="18288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657600"/>
            <a:ext cx="90159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ここから上級編です。AIは点では使えています。点と点の間を消します。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" y="4846320"/>
            <a:ext cx="10607040" cy="77724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4956048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0-15分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51937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前回の宿題を実物で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008376" y="4956048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15-35分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3008376" y="51937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テーマとデモ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056632" y="4956048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35-90分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056632" y="51937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一緒に手を動かす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04888" y="4956048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90-105分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7104888" y="51937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153144" y="4956048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105-120分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153144" y="51937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宿題・記録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55080"/>
            <a:ext cx="7424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第7回　手作業のつなぎ目をなくす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55080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今日のゴール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6400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601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自動化してよい工程の3条件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10607040" cy="1167384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3272" y="2174748"/>
            <a:ext cx="384048" cy="384048"/>
          </a:xfrm>
          <a:prstGeom prst="ellipse">
            <a:avLst/>
          </a:prstGeom>
          <a:solidFill>
            <a:srgbClr val="B04A2F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33272" y="21747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645920" y="1874520"/>
            <a:ext cx="3394253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判断が入らない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146243" y="1874520"/>
            <a:ext cx="5963717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転記・通知・保存・形式変換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096768"/>
            <a:ext cx="10607040" cy="1167384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33272" y="3488436"/>
            <a:ext cx="384048" cy="384048"/>
          </a:xfrm>
          <a:prstGeom prst="ellipse">
            <a:avLst/>
          </a:prstGeom>
          <a:solidFill>
            <a:srgbClr val="B04A2F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33272" y="34884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645920" y="3188208"/>
            <a:ext cx="3394253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間違えても取り返しがつく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146243" y="3188208"/>
            <a:ext cx="5963717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送信済みのメールは取り返しがつきません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77240" y="4410456"/>
            <a:ext cx="10607040" cy="1167384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33272" y="4802124"/>
            <a:ext cx="384048" cy="384048"/>
          </a:xfrm>
          <a:prstGeom prst="ellipse">
            <a:avLst/>
          </a:prstGeom>
          <a:solidFill>
            <a:srgbClr val="B04A2F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33272" y="48021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645920" y="4501896"/>
            <a:ext cx="3394253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月に何度も起きる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146243" y="4501896"/>
            <a:ext cx="5963717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年1回の作業を自動化するのは趣味です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71500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1つでも欠けたら、下書きまで自動・実行は人、に設計します。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55080"/>
            <a:ext cx="7424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第7回　手作業のつなぎ目をなくす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55080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6400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601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ツールは増やしません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" y="1828800"/>
            <a:ext cx="4983480" cy="3566160"/>
          </a:xfrm>
          <a:prstGeom prst="rect">
            <a:avLst/>
          </a:prstGeom>
          <a:solidFill>
            <a:srgbClr val="EDE7DB"/>
          </a:solidFill>
          <a:ln w="15875">
            <a:solidFill>
              <a:srgbClr val="8A817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828800"/>
            <a:ext cx="4983480" cy="566928"/>
          </a:xfrm>
          <a:prstGeom prst="rect">
            <a:avLst/>
          </a:prstGeom>
          <a:solidFill>
            <a:srgbClr val="8A81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05840" y="1883664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よくある失敗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60604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新しいサービスを3つ契約する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3172968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どれも中途半端に触って終わる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3739896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月額だけが残る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4306824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誰も面倒を見られない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0" y="1828800"/>
            <a:ext cx="4983480" cy="3566160"/>
          </a:xfrm>
          <a:prstGeom prst="rect">
            <a:avLst/>
          </a:prstGeom>
          <a:solidFill>
            <a:srgbClr val="FFFFFF"/>
          </a:solidFill>
          <a:ln w="15875">
            <a:solidFill>
              <a:srgbClr val="3B6B4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1828800"/>
            <a:ext cx="4983480" cy="566928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29400" y="1883664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いま使っているものの中で組む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720840" y="260604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すでにある基盤の機能で足りることが大半です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720840" y="3172968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増えた費用は第11回の管理表に必ず載せます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720840" y="3739896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維持できない自動化は作りません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815584" y="3337560"/>
            <a:ext cx="512064" cy="512064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815584" y="333756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6355080"/>
            <a:ext cx="7424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第7回　手作業のつなぎ目をなくす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8202168" y="6355080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6400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601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今日、一緒にやること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627632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55分。操作するのはご自身です。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240280"/>
            <a:ext cx="338328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248716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2F4F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4871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3035808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つなぎ目を図にする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822192"/>
            <a:ext cx="2834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データを集める・渡す・保存する・知らせる。どこが人力かを洗い出します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89120" y="2240280"/>
            <a:ext cx="338328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248716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2F4F6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24871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3035808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1本つなぐ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3822192"/>
            <a:ext cx="2834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止まっても業務が死なないものから選びます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001000" y="2240280"/>
            <a:ext cx="338328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75320" y="248716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2F4F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75320" y="24871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3035808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壊れたときの備えを入れる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3822192"/>
            <a:ext cx="2834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止まったら通知が来る。手動に戻す手順も書きます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55080"/>
            <a:ext cx="7424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第7回　手作業のつなぎ目をなくす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55080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82296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88720"/>
            <a:ext cx="95463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作れるようになる必要はありません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2331720"/>
            <a:ext cx="64008" cy="201168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2331720"/>
            <a:ext cx="99669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70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目標は、ご自身で作れるようになることではなく、何をどう頼めばよいかが分かること——つまり発注できるようになることです。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6355080"/>
            <a:ext cx="7424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第7回　手作業のつなぎ目をなくす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8202168" y="6355080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3716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今日の宿題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ひとつだけ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2743200"/>
            <a:ext cx="10607040" cy="146304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288036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組んだ自動化を1週間、本番で流し続ける。止まったら記録だけ取る（直さなくて結構です）。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5720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15分で終わる大きさにしてあります。できなかった回があっても構いません。</a:t>
            </a: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2回続いたら、宿題の出し方を見直します。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63550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55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第7回　手作業のつなぎ目をなくす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第7回 手作業のつなぎ目をなくす</dc:title>
  <dc:subject>PptxGenJS Presentation</dc:subject>
  <dc:creator>経営者のためのAI実装講座</dc:creator>
  <cp:lastModifiedBy>経営者のためのAI実装講座</cp:lastModifiedBy>
  <cp:revision>1</cp:revision>
  <dcterms:created xsi:type="dcterms:W3CDTF">2026-09-11T15:39:17Z</dcterms:created>
  <dcterms:modified xsi:type="dcterms:W3CDTF">2026-09-11T15:39:17Z</dcterms:modified>
</cp:coreProperties>
</file>