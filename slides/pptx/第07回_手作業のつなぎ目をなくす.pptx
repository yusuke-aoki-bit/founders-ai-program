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上級編の初回。基礎編の成果物が実際に使われているかを、ここで必ず確認する。使われていなければ、第5回相当をやり直す判断もありうる。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「AIは速いのに前後で時間が消えている」は、受講者自身が薄々感じている。具体的な業務名を1つ挙げてもらうと早い。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抽象度が上がることを先に断っておく。ただし進め方は同じで、今日も1本動かすと宣言する。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3条件のうち2つ目を強調。取り返しがつかない工程を自動化すると、事故が外に出る。ここが第9回の確認ポイント設計につながる。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「返信そのものは自動化しない」を指差して言う。線の引き方が今日の学び。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この失敗談は、実例として話せると強い。なければ「よく聞く話」として話す。誇張しない。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通知と手動代替手順の2つを、その場で組み込むところまで見せる。ここを見せないと、受講者は本体だけ作って満足してしまう。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2つ目は講師にとって試練だが、むしろ機会。「分かりません、調べます」と言って調べる過程を見せると、受講者の信頼はむしろ上がる。知ったかぶりが最悪。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ツール選定は受講者の基盤から1つだけ提示する。3種類を並べて比較説明しない。選択肢を見せるのは親切ではなく、判断の押し付けになる。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本番開始日を決める。テスト運用のまま2週間置くと、そのまま忘れられる。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費用の話が出たら、第11回で管理表に載せると答える。ここで契約判断まで踏み込まない。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「直さなくてよい」と明示する。直そうとして詰まり、報告が来なくなるのを防ぐ。記録だけでよい。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7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手作業のつなぎ目をなくす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点で使う、から、流れで使うへ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自動で流れる業務フロー 1本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AIは動いている。でも、その前後はまだ人が運んでいます。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データを集めるのは人、AIに渡すのも人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出てきたものを保存するのも人、知らせるのも人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AIの処理は速いのに、前後の運搬で時間が消えています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今日は、人が貼り付けている部分を消します。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人が手でつないでいた1工程を、自動で流れる状態にします。止まったら気づけるようにします。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ここから上級編です。抽象度は上がりますが、進め方は変えません。今日もその場で1本動かします。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自動化してよい工程の3条件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判断が入らない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転記・通知・保存・形式変換。考えずに済むもの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間違えても取り返しがつく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送信済みのメールは取り返しがつきません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月に何度も起きる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年1回の作業を自動化するのは趣味です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1つでも欠けたら「下書きまで自動・実行は人」に設計します。全部を自動にしないことが、長く使うコツです。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最初の1本は、これくらいの大きさで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自動化フロー（記入例：問い合わせ対応）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起点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問い合わせフォームに入力があったとき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AIが内容を分類・要約する（判断は入れない）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スプレッドシートに1行記録する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担当者にチャットで通知する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人がやること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内容を読んで、返信するかどうかを決める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止まったら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3日記録がなければ、社長に通知が飛ぶ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返信そのものは自動化しません。社外に出るものは人が出す、という線をここで引いておきます。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やりがちな自動化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「受注メールが来たら、自動で返信まで出す」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・最初の1週間は順調に動く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・ある日、想定外の文面のメールが来る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・誤った内容の返信が、そのまま顧客に届く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・以後、社内で自動化の話ができなくなる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自動化は必ず止まります。止まること自体は問題ではなく、止まったことに気づけないことが問題です。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社外に出る工程を自動化すると、事故が外に出ます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止まる前提で組む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「下書きまで自動。送信は人。止まったら通知」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・人は確認と送信だけになる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・止まれば通知が来るので、気づける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・手動に戻す手順が書いてあるので、業務は死なない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・安心して運用を続けられる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通知と手動の代替手順。この2つが入っていない自動化は、作らないほうがましです。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気づける自動化だけが、業務に載せられます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権限がなくて設定できない（情シスや外部ベンダー管理）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事故ではなく発見です。第11回の権限管理の題材として記録し、その場は講師の環境でデモに切り替えます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組んだものが動かない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講師にも分からないことはあります。その場で調べる姿を見せてください。それ自体がAI時代の仕事の実演になります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「自分では作れない」と言われる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作れなくて構いません。目標は、発注できるようになることです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つなぎ目を図にする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集める・渡す・保存する・知らせる。どこが人力かを洗い出します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1本つなぐ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止まっても業務が死なないものから選びます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壊れたときの備えを入れる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通知を仕込み、手動に戻す手順を書きます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いつから本番にするか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来週から。テストのまま放置すると、結局使われません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止まったら誰に知らせるか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通知の宛先を実名で決めます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月額はいくらか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増えた費用を、第11回の管理表に載せる前提でメモします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ツールを増やさないでください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新しいサービスを3つ契約して、どれも中途半端に触って終わる——これがいちばん多い失敗です。いま使っている基盤の中でできることが大半です。増やすのは、必要だと分かってからで間に合います。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受注メールから台帳への転記を自動化した会社では、効果は月8時間でした。ただ、それより大きかったのは、転記漏れが原因のクレームが消えたことでした。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組んだ自動化を1週間、本番で流し続ける。止まったら記録だけ取る（直さなくて結構です）。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1週間流すと、想定していなかった止まり方が必ず1つ見つかります。直すのは次回で構いません。まず、どこで止まるかを知ることが目的です。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　手作業のつなぎ目をなくす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手作業のつなぎ目をなくす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