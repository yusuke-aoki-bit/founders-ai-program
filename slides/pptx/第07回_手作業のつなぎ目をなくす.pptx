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他社では</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受注メールから台帳への転記を自動化した会社では、効果は月8時間でした。ただ、それより大きかったのは、転記漏れが原因のクレームが消えたことでした。</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2026-09-11T16:14:50Z</dcterms:created>
  <dcterms:modified xsi:type="dcterms:W3CDTF">2026-09-11T16:14:50Z</dcterms:modified>
</cp:coreProperties>
</file>