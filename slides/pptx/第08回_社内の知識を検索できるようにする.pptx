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ノウハウが特定の人に偏っている状態への、直接の打ち手です。
【ゴール】1つの領域について、社内資料を検索できるAIを動かします。あわせて、何が足りないかを可視化します。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ここは30秒で。今日の到達点だけ言って、すぐ本題へ。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先に結論を言わず、受講者の実物を題材にしてこの型に当てはめて見せる。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必ず左（失敗例）から。自分の失敗として話す。うまくいく例だけ見せると、受講者は自分の失敗を言わなくなる。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ここから講師は口頭指示のみ。画面を操作するのは必ず受講者。歯がゆくても手を出さない。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ここは資料を読み上げない。自分の言葉と、匿名事例で話す。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その場でカレンダーに入れてもらう。口頭の約束で終わらせない。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20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960120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B9B0A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経営者のための AI実装講座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37160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 8 回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2286000"/>
            <a:ext cx="10607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社内の知識を検索できるようにする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35204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FC6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「あの資料どこ」を、社内から減らします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777240" y="4343400"/>
            <a:ext cx="10607040" cy="960120"/>
          </a:xfrm>
          <a:prstGeom prst="rect">
            <a:avLst/>
          </a:prstGeom>
          <a:solidFill>
            <a:srgbClr val="2E2A26"/>
          </a:solidFill>
          <a:ln w="12700">
            <a:solidFill>
              <a:srgbClr val="B04A2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97280" y="4480560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この回で手元に残るもの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4754880"/>
            <a:ext cx="9966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社内資料を検索できるAI／足りない資料の一覧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77724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今日のゴール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280160"/>
            <a:ext cx="9758477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28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1つの領域について、社内資料を検索できるAIを動かします。あわせて、何が足りないかを可視化します。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77240" y="3429000"/>
            <a:ext cx="10607040" cy="18288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3657600"/>
            <a:ext cx="90159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5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ノウハウが特定の人に偏っている状態への、直接の打ち手です。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77240" y="4846320"/>
            <a:ext cx="10607040" cy="77724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60120" y="4956048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0-15分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51937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前回の宿題を実物で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3008376" y="4956048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15-35分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3008376" y="51937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テーマとデモ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5056632" y="4956048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35-90分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5056632" y="51937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一緒に手を動かす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7104888" y="4956048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90-105分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7104888" y="51937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業務への組み込み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9153144" y="4956048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105-120分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9153144" y="51937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宿題・記録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55080"/>
            <a:ext cx="7424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第8回　社内の知識を検索できるようにする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55080"/>
            <a:ext cx="3182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今日のゴール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64008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考え方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96012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精度は、3分類で数えます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777240" y="1783080"/>
            <a:ext cx="10607040" cy="1167384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33272" y="2174748"/>
            <a:ext cx="384048" cy="384048"/>
          </a:xfrm>
          <a:prstGeom prst="ellipse">
            <a:avLst/>
          </a:prstGeom>
          <a:solidFill>
            <a:srgbClr val="B04A2F"/>
          </a:solidFill>
          <a:ln w="12700">
            <a:solidFill>
              <a:srgbClr val="B04A2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33272" y="21747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645920" y="1874520"/>
            <a:ext cx="3394253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○ 正しく答えた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5146243" y="1874520"/>
            <a:ext cx="5963717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資料の記載と一致している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777240" y="3096768"/>
            <a:ext cx="10607040" cy="1167384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33272" y="3488436"/>
            <a:ext cx="384048" cy="384048"/>
          </a:xfrm>
          <a:prstGeom prst="ellipse">
            <a:avLst/>
          </a:prstGeom>
          <a:solidFill>
            <a:srgbClr val="B04A2F"/>
          </a:solidFill>
          <a:ln w="12700">
            <a:solidFill>
              <a:srgbClr val="B04A2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33272" y="34884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645920" y="3188208"/>
            <a:ext cx="3394253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△「記載がありません」と答えた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5146243" y="3188208"/>
            <a:ext cx="5963717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正しい振る舞いです。×ではありません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777240" y="4410456"/>
            <a:ext cx="10607040" cy="1167384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33272" y="4802124"/>
            <a:ext cx="384048" cy="384048"/>
          </a:xfrm>
          <a:prstGeom prst="ellipse">
            <a:avLst/>
          </a:prstGeom>
          <a:solidFill>
            <a:srgbClr val="B04A2F"/>
          </a:solidFill>
          <a:ln w="12700">
            <a:solidFill>
              <a:srgbClr val="B04A2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33272" y="48021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645920" y="4501896"/>
            <a:ext cx="3394253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× 間違えた・それらしい嘘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5146243" y="4501896"/>
            <a:ext cx="5963717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1件でもあれば原因を潰します。最も危険です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777240" y="571500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10問投げて、○が7件以上あれば実務に出せます。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777240" y="6355080"/>
            <a:ext cx="7424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第8回　社内の知識を検索できるようにする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8202168" y="6355080"/>
            <a:ext cx="3182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考え方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64008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96012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範囲を広げるほど、精度は落ちます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777240" y="1828800"/>
            <a:ext cx="4983480" cy="3566160"/>
          </a:xfrm>
          <a:prstGeom prst="rect">
            <a:avLst/>
          </a:prstGeom>
          <a:solidFill>
            <a:srgbClr val="EDE7DB"/>
          </a:solidFill>
          <a:ln w="15875">
            <a:solidFill>
              <a:srgbClr val="8A817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828800"/>
            <a:ext cx="4983480" cy="566928"/>
          </a:xfrm>
          <a:prstGeom prst="rect">
            <a:avLst/>
          </a:prstGeom>
          <a:solidFill>
            <a:srgbClr val="8A81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05840" y="1883664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よくある要望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2606040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全社の資料を全部入れたい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3172968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古い版・下書き・個人メモも入れる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3739896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結果、どれが正しいか分からなくなる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400800" y="1828800"/>
            <a:ext cx="4983480" cy="3566160"/>
          </a:xfrm>
          <a:prstGeom prst="rect">
            <a:avLst/>
          </a:prstGeom>
          <a:solidFill>
            <a:srgbClr val="FFFFFF"/>
          </a:solidFill>
          <a:ln w="15875">
            <a:solidFill>
              <a:srgbClr val="3B6B4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00800" y="1828800"/>
            <a:ext cx="4983480" cy="566928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629400" y="1883664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1領域に絞る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720840" y="2606040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就業規則・社内手続き（揃っていて成功しやすい）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720840" y="3172968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製品・サービス仕様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6720840" y="3739896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過去の見積・提案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6720840" y="4306824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まず1つ。広げるのは精度を見てから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815584" y="3337560"/>
            <a:ext cx="512064" cy="512064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815584" y="333756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777240" y="6355080"/>
            <a:ext cx="7424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第8回　社内の知識を検索できるようにする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8202168" y="6355080"/>
            <a:ext cx="3182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64008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演習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96012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今日、一緒にやること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627632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55分。操作するのはご自身です。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777240" y="2240280"/>
            <a:ext cx="3383280" cy="2697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51560" y="2487168"/>
            <a:ext cx="438912" cy="438912"/>
          </a:xfrm>
          <a:prstGeom prst="ellipse">
            <a:avLst/>
          </a:prstGeom>
          <a:solidFill>
            <a:srgbClr val="2F4F6B"/>
          </a:solidFill>
          <a:ln w="12700">
            <a:solidFill>
              <a:srgbClr val="2F4F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51560" y="24871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3035808"/>
            <a:ext cx="2834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1領域を決めて、資料を載せる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051560" y="3822192"/>
            <a:ext cx="2834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入れない判断が、品質を決めます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89120" y="2240280"/>
            <a:ext cx="3383280" cy="2697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0" y="2487168"/>
            <a:ext cx="438912" cy="438912"/>
          </a:xfrm>
          <a:prstGeom prst="ellipse">
            <a:avLst/>
          </a:prstGeom>
          <a:solidFill>
            <a:srgbClr val="2F4F6B"/>
          </a:solidFill>
          <a:ln w="12700">
            <a:solidFill>
              <a:srgbClr val="2F4F6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663440" y="24871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4663440" y="3035808"/>
            <a:ext cx="2834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10問投げて、精度を測る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4663440" y="3822192"/>
            <a:ext cx="2834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社員の方が実際にしそうな質問で試します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001000" y="2240280"/>
            <a:ext cx="3383280" cy="2697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75320" y="2487168"/>
            <a:ext cx="438912" cy="438912"/>
          </a:xfrm>
          <a:prstGeom prst="ellipse">
            <a:avLst/>
          </a:prstGeom>
          <a:solidFill>
            <a:srgbClr val="2F4F6B"/>
          </a:solidFill>
          <a:ln w="12700">
            <a:solidFill>
              <a:srgbClr val="2F4F6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275320" y="24871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275320" y="3035808"/>
            <a:ext cx="2834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答えられなかった質問を書き出す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8275320" y="3822192"/>
            <a:ext cx="2834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ここが今日いちばんの成果物です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777240" y="6355080"/>
            <a:ext cx="7424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第8回　社内の知識を検索できるようにする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8202168" y="6355080"/>
            <a:ext cx="3182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演習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82296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ここだけは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188720"/>
            <a:ext cx="95463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答えられなかった質問こそ、成果です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77240" y="2331720"/>
            <a:ext cx="64008" cy="2011680"/>
          </a:xfrm>
          <a:prstGeom prst="rect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88720" y="2331720"/>
            <a:ext cx="99669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60000"/>
              </a:lnSpc>
              <a:buNone/>
            </a:pPr>
            <a:r>
              <a:rPr lang="en-US" sz="170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それは、資料が存在しないか、社長の頭の中にしかない知識です。そのまま事業承継の課題リストになります。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6355080"/>
            <a:ext cx="7424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第8回　社内の知識を検索できるようにする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8202168" y="6355080"/>
            <a:ext cx="3182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ここだけは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2320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137160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今日の宿題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78308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ひとつだけ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77240" y="2743200"/>
            <a:ext cx="10607040" cy="1463040"/>
          </a:xfrm>
          <a:prstGeom prst="rect">
            <a:avLst/>
          </a:prstGeom>
          <a:solidFill>
            <a:srgbClr val="2E2A26"/>
          </a:solidFill>
          <a:ln w="12700">
            <a:solidFill>
              <a:srgbClr val="B04A2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234440" y="2880360"/>
            <a:ext cx="9692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足りない資料のうち、最も簡単な1件を埋める（作る・探す・聞き出す のいずれか）。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457200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300" dirty="0">
                <a:solidFill>
                  <a:srgbClr val="B9B0A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15分で終わる大きさにしてあります。できなかった回があっても構いません。</a:t>
            </a:r>
            <a:endParaRPr lang="en-US" sz="13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300" dirty="0">
                <a:solidFill>
                  <a:srgbClr val="B9B0A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2回続いたら、宿題の出し方を見直します。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635508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55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第8回　社内の知識を検索できるようにする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第8回 社内の知識を検索できるようにする</dc:title>
  <dc:subject>PptxGenJS Presentation</dc:subject>
  <dc:creator>経営者のためのAI実装講座</dc:creator>
  <cp:lastModifiedBy>経営者のためのAI実装講座</cp:lastModifiedBy>
  <cp:revision>1</cp:revision>
  <dcterms:created xsi:type="dcterms:W3CDTF">2026-09-11T15:39:17Z</dcterms:created>
  <dcterms:modified xsi:type="dcterms:W3CDTF">2026-09-11T15:39:17Z</dcterms:modified>
</cp:coreProperties>
</file>