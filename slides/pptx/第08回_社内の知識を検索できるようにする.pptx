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前回の宿題（自動化を1週間流したか）を確認。止まった記録があれば、その場で一緒に原因を見る。直すのはここでよい。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「あれどこでしたっけ」が週に何回起きているかを聞く。数を言語化すると、この回の価値が伝わる。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「作ることより、答えられなかった質問を集めることに価値がある」と先に言う。これを言っておかないと、精度が出なかったときに失敗した気分になる。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△を×と混同させない。ここが今日いちばん大事な概念。「答えられない」と言えることが正しい、という価値観を渡す。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5列の表を見せながら、右2列（誰が・いつまでに）が空欄だと永久に埋まらないことを言う。第11回の体制設計につながる伏線。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「全部入れたい」と言われたら、実際に全部入れて精度が落ちるところを見せるのが最も早い。説得より実証。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8件取れたら喜ぶ。ただし△2件を「足りない資料が2つ見つかった」と読み替えて見せる。ここで価値の転換が起きる。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1つ目は頻出。スキャン画像の山を前に固まらない。この回で全部やろうとせず、リストに送る判断を見せる。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10問は必ず投げる。感想で終わらせない。数えることで、次回以降の比較ができるようになる。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更新担当を決める。ここが空欄のナレッジは半年で腐る、と明言する。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経営者の関心が最も高まる場面。事業承継の話に接続すると、講座の位置づけが一段上がる。急がず時間を取る。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「最も簡単な1件」を一緒に選ぶ。難しいものを選ぶと止まる。選ぶところまでを今日やる。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8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社内の知識を検索できるようにする</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「あの資料どこ」を、社内から減らします</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社内資料を検索できるAI／足りない資料の一覧</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知識が、特定の人の頭の中にしかありません。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「あれ、どこにありましたっけ」が毎週起きている</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社長に聞かないと分からないことが、いくつもある</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定着を阻む要因として、ノウハウの偏在は調査でも上位に入ります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今日つくるのは検索AIですが、本当の成果物は「足りない資料の一覧」です。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1つの領域について、社内資料を検索できるAIを動かします。あわせて、何が足りないかを可視化します。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今日は、作ることより「答えられなかった質問」を集めることに価値があります。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精度は、3分類で数えます</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正しく答えた</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資料の記載と一致している。10問中7件あれば実務に出せます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△「記載がありません」と答えた</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正しい振る舞いです。×ではありません。資料不足として記録します</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間違えた・それらしい嘘</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最も危険。1件でもあれば原因を潰します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△を×と混同しないでください。「答えられない」は正常な振る舞いです。ここを誤ると、嘘をつくAIのほうが高評価になってしまいます。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足りない資料の一覧は、この5列で</a:t>
            </a:r>
            <a:endParaRPr lang="en-US" sz="2600" dirty="0"/>
          </a:p>
        </p:txBody>
      </p:sp>
      <p:sp>
        <p:nvSpPr>
          <p:cNvPr id="4" name="Shape 2"/>
          <p:cNvSpPr/>
          <p:nvPr/>
        </p:nvSpPr>
        <p:spPr>
          <a:xfrm>
            <a:off x="777240" y="1691640"/>
            <a:ext cx="10607040" cy="3401568"/>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不足資料リスト（記入例）</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答えられなかった質問</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外注先に出せる加工の範囲は？</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必要な資料</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外注可否の判断基準</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いまどこにあるか</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社長の頭の中のみ</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誰が作るか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工場長（社長の口述を書き起こす）</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いつまでに</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来月末</a:t>
            </a:r>
            <a:endParaRPr lang="en-US" sz="1150" dirty="0"/>
          </a:p>
        </p:txBody>
      </p:sp>
      <p:sp>
        <p:nvSpPr>
          <p:cNvPr id="17" name="Text 15"/>
          <p:cNvSpPr txBox="1"/>
          <p:nvPr/>
        </p:nvSpPr>
        <p:spPr>
          <a:xfrm>
            <a:off x="777240" y="5239512"/>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この表が、そのまま事業承継の課題リストになります。AIを入れたら、自社に何が無いかが分かった——これが本講座で最も価値のある副産物です。</a:t>
            </a:r>
            <a:endParaRPr lang="en-US" sz="1250" dirty="0"/>
          </a:p>
        </p:txBody>
      </p:sp>
      <p:sp>
        <p:nvSpPr>
          <p:cNvPr id="18" name="Text 16"/>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9" name="Text 17"/>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範囲を広げすぎた場合</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全社の資料を、古い版も下書きも含めて全部載せる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・どれが最新か分からず、古い情報で答える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・下書きの数字を、確定値のように答える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・10問中○が3件まで落ちる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・「使えない」という評価が社内に広がる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載せる量と精度は比例しません。入れない判断のほうが、品質を決めています。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範囲を広げるほど、精度は落ちます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1領域に絞った場合</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就業規則と社内手続きだけを、最新版に限って載せる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・○が8件。実務に出せる水準</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・△が2件。足りない資料として記録できる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・総務への質問が目に見えて減る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・次の領域に広げる判断ができる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まず1領域。広げるのは、10問テストで精度を確認してからです。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絞って成功させてから、広げます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資料がスキャン画像で読めない</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1〜2本ならその場でテキスト化します。多ければ不足資料リストに「デジタル化」として載せ、この回で全部やろうとしません</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精度が5割程度で止まる</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資料を減らす／1領域に絞り直す／質問の粒度を揃える。この順で試します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「全社の資料を全部入れたい」と言われる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止めます。10問テストで精度が落ちることを実証して見せるのが最も早い説得です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1領域を決めて、資料を載せる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入れない判断が品質を決めます。最新版だけに絞ります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10問投げて、精度を測る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社員の方が実際にしそうな質問で試します。○△×を数えます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答えられなかった質問を書き出す</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今日いちばんの成果物です。5列の表に落とします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誰に使わせるか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総務や事務など、質問を受ける側の方から始めます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資料を更新するのは誰か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更新の担当が決まっていないナレッジは、半年で腐ります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不足資料は誰がいつ作るか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5列の表の右2列を、実名と期日で埋めます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答えられなかった質問こそ、成果です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それは、資料が存在しないか、社長の頭の中にしかない知識です。AIが答えられなかったということは、新しく入った社員も答えられないということです。ここは経営者の関心が最も高まる場面なので、丁寧に扱ってください。</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他社では</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営業資料を載せた会社では、いちばん役立ったのは新人教育でした。ベテランに聞きにくい質問をAIに聞けるようになり、質問の総量が増えました。</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足りない資料のうち、最も簡単な1件を埋める（作る・探す・聞き出す のいずれか）。</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リストは作った時点では紙です。1件でも埋めると、埋められるものだと分かります。いちばん簡単なものを選んでください。難しいものから始めると、止まります。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第8回　社内の知識を検索できるようにする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第8回 社内の知識を検索できるようにする</dc:title>
  <dc:subject>PptxGenJS Presentation</dc:subject>
  <dc:creator>経営者のためのAI実装講座</dc:creator>
  <cp:lastModifiedBy>経営者のためのAI実装講座</cp:lastModifiedBy>
  <cp:revision>1</cp:revision>
  <dcterms:created xsi:type="dcterms:W3CDTF">2026-09-11T16:05:38Z</dcterms:created>
  <dcterms:modified xsi:type="dcterms:W3CDTF">2026-09-11T16:05:38Z</dcterms:modified>
</cp:coreProperties>
</file>