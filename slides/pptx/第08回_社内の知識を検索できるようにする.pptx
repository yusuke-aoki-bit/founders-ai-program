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sp>
      <p:sp>
        <p:nvSpPr>
          <p:cNvPr id="7" name="Text 5"/>
          <p:cNvSpPr txBox="1"/>
          <p:nvPr/>
        </p:nvSpPr>
        <p:spPr>
          <a:xfrm>
            <a:off x="960120"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008376"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008376"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5056632"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35-90分</a:t>
            </a:r>
            <a:endParaRPr lang="en-US" sz="900" dirty="0"/>
          </a:p>
        </p:txBody>
      </p:sp>
      <p:sp>
        <p:nvSpPr>
          <p:cNvPr id="12" name="Text 10"/>
          <p:cNvSpPr txBox="1"/>
          <p:nvPr/>
        </p:nvSpPr>
        <p:spPr>
          <a:xfrm>
            <a:off x="5056632"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一緒に手を動かす</a:t>
            </a:r>
            <a:endParaRPr lang="en-US" sz="1100" dirty="0"/>
          </a:p>
        </p:txBody>
      </p:sp>
      <p:sp>
        <p:nvSpPr>
          <p:cNvPr id="13" name="Text 11"/>
          <p:cNvSpPr txBox="1"/>
          <p:nvPr/>
        </p:nvSpPr>
        <p:spPr>
          <a:xfrm>
            <a:off x="7104888"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90-105分</a:t>
            </a:r>
            <a:endParaRPr lang="en-US" sz="900" dirty="0"/>
          </a:p>
        </p:txBody>
      </p:sp>
      <p:sp>
        <p:nvSpPr>
          <p:cNvPr id="14" name="Text 12"/>
          <p:cNvSpPr txBox="1"/>
          <p:nvPr/>
        </p:nvSpPr>
        <p:spPr>
          <a:xfrm>
            <a:off x="7104888"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業務への組み込み</a:t>
            </a:r>
            <a:endParaRPr lang="en-US" sz="1100" dirty="0"/>
          </a:p>
        </p:txBody>
      </p:sp>
      <p:sp>
        <p:nvSpPr>
          <p:cNvPr id="15" name="Text 13"/>
          <p:cNvSpPr txBox="1"/>
          <p:nvPr/>
        </p:nvSpPr>
        <p:spPr>
          <a:xfrm>
            <a:off x="9153144" y="4873752"/>
            <a:ext cx="1956816"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105-120分</a:t>
            </a:r>
            <a:endParaRPr lang="en-US" sz="900" dirty="0"/>
          </a:p>
        </p:txBody>
      </p:sp>
      <p:sp>
        <p:nvSpPr>
          <p:cNvPr id="16" name="Text 14"/>
          <p:cNvSpPr txBox="1"/>
          <p:nvPr/>
        </p:nvSpPr>
        <p:spPr>
          <a:xfrm>
            <a:off x="9153144" y="5111496"/>
            <a:ext cx="1956816"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宿題・記録</a:t>
            </a:r>
            <a:endParaRPr lang="en-US" sz="110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演習</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今日、一緒にやること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55分。操作するのはご自身です。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演習</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他社では</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営業資料を載せた会社では、いちばん役立ったのは新人教育でした。ベテランに聞きにくい質問をAIに聞けるようになり、質問の総量が増えました。</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2026-09-11T16:14:50Z</dcterms:created>
  <dcterms:modified xsi:type="dcterms:W3CDTF">2026-09-11T16:14:50Z</dcterms:modified>
</cp:coreProperties>
</file>