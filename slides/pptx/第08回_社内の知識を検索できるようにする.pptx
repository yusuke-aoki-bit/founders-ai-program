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1つ目は必ず出る。説得より実証。その場で全部入れて精度が落ちるのを見せるのが最速。3つ目は価値の転換点なので、丁寧に。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不足資料リストを『事業承継の課題リスト』と言い換えると、経営者の関心が跳ね上がる。ここは急がない。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次回の業務選びが演習の質を決める。3工程以上、を具体例で示しておく。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「全社の資料を入れたらもっと賢くなりますか」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逆です。範囲を広げるほど精度は落ちます。今日、実際に入れて落ちるところをお見せします。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「人事情報や個人情報も入れていいですか」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入れません。誰が見られるかの管理が難しくなり、事故の元になります。領域を分けて運用します。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「答えられない質問が多いと、失敗ですか」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失敗ではありません。それが、社内に資料が無いことの証明です。今日いちばんの成果物になります。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ナレッジ検索</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自社資料を検索させてから答えさせるやり方。出典を示させるのが要点です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10問テスト</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○△×で数える精度の測り方。○が7件以上で実務に出せます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不足資料リスト</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答えられなかった質問から作る一覧。事業承継の課題リストになります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ナレッジ検索がいちばん役立つのは、実は新人教育。ベテランに聞きにくい質問をAIに聞けるようになると、質問の総量が増える。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次回は「複数の工程をまとめて任せる」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次回は、手順のある仕事をまとめて渡す設計をします。人に仕事を任せるのと同じ話です。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足りない資料のうち、最も簡単な1件を埋める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・3工程以上ある業務を1つ選んでくる（見積・採用・月次処理など）</a:t>
            </a:r>
            <a:endParaRPr lang="en-US" sz="1250" dirty="0"/>
          </a:p>
        </p:txBody>
      </p:sp>
      <p:sp>
        <p:nvSpPr>
          <p:cNvPr id="11" name="Shape 9"/>
          <p:cNvSpPr/>
          <p:nvPr/>
        </p:nvSpPr>
        <p:spPr>
          <a:xfrm>
            <a:off x="777240" y="4800600"/>
            <a:ext cx="10607040" cy="777240"/>
          </a:xfrm>
          <a:prstGeom prst="rect">
            <a:avLst/>
          </a:prstGeom>
          <a:solidFill>
            <a:srgbClr val="EDE7DB"/>
          </a:solidFill>
          <a:ln w="12700">
            <a:solidFill>
              <a:srgbClr val="333333"/>
            </a:solidFill>
            <a:prstDash val="solid"/>
          </a:ln>
        </p:spPr>
      </p:sp>
      <p:sp>
        <p:nvSpPr>
          <p:cNvPr id="12" name="Text 10"/>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3" name="Text 11"/>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4" name="Text 12"/>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2026-09-12T00:20:04Z</dcterms:created>
  <dcterms:modified xsi:type="dcterms:W3CDTF">2026-09-12T00:20:04Z</dcterms:modified>
</cp:coreProperties>
</file>