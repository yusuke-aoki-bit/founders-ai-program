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今日がいちばん食いつきのよい回で、いちばん事故りやすい回でもあります。
【ゴール】自社の数字をAIに読ませて、示唆を3つ引き出します。あわせて、必ず検算する手順を身につけます。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自社の数字をAIに読ませて、示唆を3つ引き出します。あわせて、必ず検算する手順を身につけます。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実演します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もっともらしい要約が出てくる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合計を電卓で確かめると、ずれていることがある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このまま社外資料に使うと事故になる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集計・計算 → 表計算ソフト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なぜこうなったかの仮説 → AI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確かめるべきデータ → AI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来月やること → ご自身が決める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個人情報や給与の列は、その場で落とし方をお伝えします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来月から、同じ形で回せるようにします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最初の3か月は当たりません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ある会社では、最初の3か月の示唆はほとんど的外れでした。前提情報を書き足していった結果、4か月目から使える示唆が出るようになりました。すぐに効くものではありません。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