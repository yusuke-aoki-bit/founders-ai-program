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毎月の売上会議の資料づくりに2日かけていた会社が、雛形化で半日にしました。ただし最初の3か月の示唆はほとんど的外れで、前提を書き足し続けた結果、4か月目から使えるようになりました。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