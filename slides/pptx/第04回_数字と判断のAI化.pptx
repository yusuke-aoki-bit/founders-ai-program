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2つ目（個人情報）は必ずその場で、講師が実際の列を画面で伏せて見せる。口で説明しても、実際の列を前にすると迷う。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月次の資料づくりは雛形化で短くなるが、最初の数か月は示唆が的外れになりやすい。前提を書き足し続けて3〜4か月目から使えるようになる、という進み方が普通。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次回は、ここまでの成果物を1つのツールに束ねます。毎日開く道具にします。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