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2つ目（個人情報）は必ずその場で一緒に手を動かす。口で説明しても、実際の列を前にすると迷う。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1つ目は鋭い質問。ごまかさず、変わるのは集計ではなく解釈の速さだと答える。2つ目は期待値管理そのもの。3か月という数字を必ず出す。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検算をこの回の合言葉にする。以後、数字が出るたびに『検算しましたか』と聞けるようになる。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次回の資料3〜5本は、事前に用意されていないと演習が止まる。3日前のリマインドで、具体的なファイル名を挙げて依頼する。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「結局、自分で計算するなら手間は変わらないのでは」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集計は元々表計算でやっていたはずです。変わるのは、そこから先の『なぜこうなったか』を考える部分の速さです。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「AIの出した仮説は、当たっていますか」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最初の3か月はほとんど外れます。前提情報が足りないためです。書き足していくと4か月目から使えるようになります。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「売上データを入れても大丈夫ですか」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個人名と取引先名を外せば問題ありません。今日、その落とし方を一緒にやります。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AIが出した集計を、表計算や電卓で突き合わせること。毎回やります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期間・単位・季節性・特殊要因。これを渡さないと一般論しか出ません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反論を3つ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『気になる点』ではなくこう頼みます。経営者は褒められに来ているのではありません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月次の資料づくりは雛形化で短くなるが、最初の数か月は示唆が的外れになりやすい。前提を書き足し続けて3〜4か月目から使えるようになる、という進み方が普通。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次回は「自社専用AIをつくる」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次回は、ここまでの成果物を1つのツールに束ねます。社員が触れる形にします。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・専用AIに載せる自社資料 3〜5本（就業規則・価格表・FAQ など）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