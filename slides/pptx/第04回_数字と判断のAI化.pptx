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前回の宿題（社員の反応）を丁寧に聞く。ここは急がない。第6回のお披露目の材料になるので、否定的な意見ほど詳しく聞き出す。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「ここまでは書く作業が速くなっただけ」と正直に言う。受講者もそう感じている。そのうえで今日から位置づけが変わる、と宣言する。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「いちばん事故りやすい回」と先に言っておく。検算の手順を飛ばさせないための布石。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3原則のうち1つ目を最も強く。ここを飛ばすと、間違った数字が社外に出る。1対1では講師が唯一の歯止めであることを、講師自身が自覚しておく。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5項目のうち1と2を指差して「ここはAIにやらせません」と言う。役割分担が腹に落ちると、以後の使い方が安定する。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あえて計算を間違えさせる。合計を電卓で検算して見せると効果が大きい。ずれていなかった場合は「今回は合っていました。でも毎回確かめてください」と言う。合っていたことを根拠に信用さ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「気になる点」と「反論」で出力がどう変わるか、実際に両方流して見せる。言葉ひとつで変わることが分かると、受講者の指示の出し方が変わる。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2つ目（個人情報）は必ずその場で一緒に手を動かす。口で説明しても、実際の列を前にすると迷う。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1つ目は鋭い質問。ごまかさず、変わるのは集計ではなく解釈の速さだと答える。2つ目は期待値管理そのもの。3か月という数字を必ず出す。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検算をこの回の合言葉にする。以後、数字が出るたびに『検算しましたか』と聞けるようになる。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検算を必ずやらせる。ここを飛ばすと事故る。時間が足りなければ雛形化を次回冒頭に持ち越してでも、検算はやる。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「毎月いつ」を決めないと、翌月には忘れられている。締め日から逆算して日付を決め、その場でカレンダーに入れてもらう。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この事例は期待値管理そのもの。毎案件で必ず出す。ここを言わずに進めると、2か月目に「効かないですね」と言われる。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次回の資料3〜5本は、事前に用意されていないと演習が止まる。3日前のリマインドで、具体的なファイル名を挙げて依頼する。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回してみて足りない前提が見つかったら、それを書き足すところまでが宿題。次回冒頭で、書き足した前提を見せてもらう。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4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数字と判断のAI化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文章の道具から、判断を助ける道具へ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分析用の指示文／月次レポートの雛形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AIは文章の道具だ、と思われたままだと、そこで止まります。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ここまでは、書く作業が速くなっただけ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経営の意思決定には、まだ何も効いていない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数字を扱えるようになると、AIの位置づけが変わります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今日から、AIは判断の材料をつくる道具になります。ただし計算はさせません。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自社の数字をAIに読ませて示唆を3つ引き出し、必ず検算する手順を身につけます。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今日がいちばん食いつきのよい回で、いちばん事故りやすい回でもあります。検算の手順まで必ずやります。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数字を読ませるときの3原則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計算そのものは信用しない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集計は表計算にやらせ、AIには「意味」を語らせます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前提を必ず渡す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期間・単位・季節性・特殊要因。渡さないと平凡な一般論が出ます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「気になる点」より「反論」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経営者は褒められに来ているのではありません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この3つを外すと、間違った数字を社外に出す事故が起きます。1対1では講師が唯一の歯止めです。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月次レポートは、この5項目で足ります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月次レポート雛形（毎月これを埋めるだけ）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今月の数字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表計算から転記。AIには計算させない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前月・前年同月との差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同上。ここまでは人と表計算の仕事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差が生まれた理由の仮説 3つ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AIの出番はここから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仮説を確かめるために見るデータ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来月やること 1つ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人が決める。ここは渡さない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1と2をAIにやらせないことが、この雛形の要です。AIは意味を語る係、表計算は数える係、と役割を分けます。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表を投げて「分析して」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売上表を添付 →「この数字を分析して」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・もっともらしい要約が出てくる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・合計を電卓で確かめると、ずれていることがある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・示唆は「季節要因が考えられます」程度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・このまま社外資料に使うと事故になる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AIは計算が得意ではありません。桁の多い集計は、それらしい数字を書いてしまうことがあります。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AIの出した数字は、そのままでは社外に出せません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役割を分けて渡す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集計済みの数字＋前提（季節性・特殊要因）→「反論を3つ」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・前提を踏まえた仮説が出る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・見るべきデータまで指定してくる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・数字は自分で集計しているので間違いがない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・反論の形なので、思い込みが崩れる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「気になる点を3つ」ではなく「反論を3つ」。言い方をこう変えるだけで、出てくる中身が変わります。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数えるのは表計算、意味を語るのがAI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データが紙・手書きしかない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写真からの読み取りを試します。精度が出なければ第8回の課題として持ち越します。この回で無理をしません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個人情報や給与が含まれている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列を削るか、IDに置き換える手順をその場で一緒にやります。この作業自体が第5回のルールづくりの下地になります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出てきた示唆が当たり前すぎる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前提情報が足りていません。業界の常識と自社の特殊事情を足すと、劇的に変わります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「結局、自分で計算するなら手間は変わらないのでは」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集計は元々表計算でやっていたはずです。変わるのは、そこから先の『なぜこうなったか』を考える部分の速さです。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「AIの出した仮説は、当たっていますか」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最初の3か月はほとんど外れます。前提情報が足りないためです。書き足していくと4か月目から使えるようになります。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「売上データを入れても大丈夫ですか」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個人名と取引先名を外せば問題ありません。今日、その落とし方を一緒にやります。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AIが出した集計を、表計算や電卓で突き合わせること。毎回やります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期間・単位・季節性・特殊要因。これを渡さないと一般論しか出ません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反論を3つ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『気になる点』ではなくこう頼みます。経営者は褒められに来ているのではありません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実データを読ませる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個人情報の列は先に落とします。落とし方をその場でお伝えします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示唆を3つ引き出して、検算する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合計を突き合わせるところまでを手順にします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来月から同じ形で回せるようにします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毎月いつ回すか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締め日の翌◯日、と決めてカレンダーに入れます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誰が回すか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当面は社長。第11回で担当を移します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どこまで社内に出すか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仮説はあくまで仮説。そのまま数字として配らないことを決めておきます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最初の3か月は、示唆が当たりません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ないためです。これは失敗ではなく、通る道です。使いながら前提を書き足していくと、3〜4か月目から実務で使える示唆が出るようになります。ここを先に伝えておかないと、2か月目でやめてしまい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月次の資料づくりは雛形化で短くなるが、最初の数か月は示唆が的外れになりやすい。前提を書き足し続けて3〜4か月目から使えるようになる、という進み方が普通。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次回は「自社専用AIをつくる」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次回は、ここまでの成果物を1つのツールに束ねます。毎日開く道具にします。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・専用AIに載せる自社資料 3〜5本（就業規則・価格表・FAQ など）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雛形は、一度回すまで完成しません。実際に埋めてみると、足りない前提が必ず見つかります。それを書き足すところまでが今回の宿題です。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数字と判断のAI化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